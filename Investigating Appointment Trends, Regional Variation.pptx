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2" r:id="rId4"/>
    <p:sldId id="258" r:id="rId5"/>
    <p:sldId id="259" r:id="rId6"/>
    <p:sldId id="260" r:id="rId7"/>
    <p:sldId id="262" r:id="rId8"/>
    <p:sldId id="263" r:id="rId9"/>
    <p:sldId id="265" r:id="rId10"/>
    <p:sldId id="270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93085D-923D-48D1-8331-E8AF8A32060E}" type="doc">
      <dgm:prSet loTypeId="urn:microsoft.com/office/officeart/2005/8/layout/vList4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666C49F2-7A2A-43E9-9075-69818B37A542}">
      <dgm:prSet custT="1"/>
      <dgm:spPr/>
      <dgm:t>
        <a:bodyPr/>
        <a:lstStyle/>
        <a:p>
          <a:r>
            <a:rPr lang="en-GB" sz="2400" dirty="0"/>
            <a:t>Healthcare systems face fluctuating appointment demand across regions and time. </a:t>
          </a:r>
        </a:p>
      </dgm:t>
    </dgm:pt>
    <dgm:pt modelId="{93D8DF59-AAB8-4389-87C0-4EE74D10394B}" type="parTrans" cxnId="{3962473A-5F2E-45B8-B35D-F4FC1F9279CE}">
      <dgm:prSet/>
      <dgm:spPr/>
      <dgm:t>
        <a:bodyPr/>
        <a:lstStyle/>
        <a:p>
          <a:endParaRPr lang="en-GB"/>
        </a:p>
      </dgm:t>
    </dgm:pt>
    <dgm:pt modelId="{4D2694F6-58A2-403F-97A3-3C415EC082B8}" type="sibTrans" cxnId="{3962473A-5F2E-45B8-B35D-F4FC1F9279CE}">
      <dgm:prSet/>
      <dgm:spPr/>
      <dgm:t>
        <a:bodyPr/>
        <a:lstStyle/>
        <a:p>
          <a:endParaRPr lang="en-GB"/>
        </a:p>
      </dgm:t>
    </dgm:pt>
    <dgm:pt modelId="{5F6EFB79-267C-4505-8B58-894A40634106}">
      <dgm:prSet custT="1"/>
      <dgm:spPr/>
      <dgm:t>
        <a:bodyPr/>
        <a:lstStyle/>
        <a:p>
          <a:r>
            <a:rPr lang="en-GB" sz="2400" dirty="0"/>
            <a:t>Understanding these variations is critical for efficient service delivery. </a:t>
          </a:r>
        </a:p>
      </dgm:t>
    </dgm:pt>
    <dgm:pt modelId="{1EA65577-C343-483D-80BA-7A4A8EC0B83D}" type="parTrans" cxnId="{83ECAD3A-E4AA-49C1-AEDE-163206877B92}">
      <dgm:prSet/>
      <dgm:spPr/>
      <dgm:t>
        <a:bodyPr/>
        <a:lstStyle/>
        <a:p>
          <a:endParaRPr lang="en-GB"/>
        </a:p>
      </dgm:t>
    </dgm:pt>
    <dgm:pt modelId="{6A8277AA-9B25-4D9B-AA5B-EF28263F2EDD}" type="sibTrans" cxnId="{83ECAD3A-E4AA-49C1-AEDE-163206877B92}">
      <dgm:prSet/>
      <dgm:spPr/>
      <dgm:t>
        <a:bodyPr/>
        <a:lstStyle/>
        <a:p>
          <a:endParaRPr lang="en-GB"/>
        </a:p>
      </dgm:t>
    </dgm:pt>
    <dgm:pt modelId="{5B85F139-16DF-4F45-A3F9-C6E5574E062F}">
      <dgm:prSet custT="1"/>
      <dgm:spPr/>
      <dgm:t>
        <a:bodyPr/>
        <a:lstStyle/>
        <a:p>
          <a:r>
            <a:rPr lang="en-GB" sz="2400" dirty="0"/>
            <a:t>Data-driven insights can support better planning and reduce operational pressure. </a:t>
          </a:r>
        </a:p>
      </dgm:t>
    </dgm:pt>
    <dgm:pt modelId="{B88E72B8-5697-42AF-91F4-9823DFEA7FB9}" type="parTrans" cxnId="{7A696873-2A42-4131-A1C7-0291B1B86176}">
      <dgm:prSet/>
      <dgm:spPr/>
      <dgm:t>
        <a:bodyPr/>
        <a:lstStyle/>
        <a:p>
          <a:endParaRPr lang="en-GB"/>
        </a:p>
      </dgm:t>
    </dgm:pt>
    <dgm:pt modelId="{DCFE5FB0-F915-475B-8463-F5FD133A11BE}" type="sibTrans" cxnId="{7A696873-2A42-4131-A1C7-0291B1B86176}">
      <dgm:prSet/>
      <dgm:spPr/>
      <dgm:t>
        <a:bodyPr/>
        <a:lstStyle/>
        <a:p>
          <a:endParaRPr lang="en-GB"/>
        </a:p>
      </dgm:t>
    </dgm:pt>
    <dgm:pt modelId="{5B90D18E-CD4F-486C-8CFB-EFE8A66B7300}" type="pres">
      <dgm:prSet presAssocID="{7A93085D-923D-48D1-8331-E8AF8A32060E}" presName="linear" presStyleCnt="0">
        <dgm:presLayoutVars>
          <dgm:dir/>
          <dgm:resizeHandles val="exact"/>
        </dgm:presLayoutVars>
      </dgm:prSet>
      <dgm:spPr/>
    </dgm:pt>
    <dgm:pt modelId="{2C7962E3-D293-430B-8CD7-609109E0E442}" type="pres">
      <dgm:prSet presAssocID="{666C49F2-7A2A-43E9-9075-69818B37A542}" presName="comp" presStyleCnt="0"/>
      <dgm:spPr/>
    </dgm:pt>
    <dgm:pt modelId="{AF0C7879-0FC8-410E-9F37-1CE4E9BE2427}" type="pres">
      <dgm:prSet presAssocID="{666C49F2-7A2A-43E9-9075-69818B37A542}" presName="box" presStyleLbl="node1" presStyleIdx="0" presStyleCnt="3"/>
      <dgm:spPr/>
    </dgm:pt>
    <dgm:pt modelId="{F55734FB-3B65-46B9-8347-EAFDCDED58AB}" type="pres">
      <dgm:prSet presAssocID="{666C49F2-7A2A-43E9-9075-69818B37A542}" presName="img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58000" b="-58000"/>
          </a:stretch>
        </a:blipFill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3F4960A8-24B1-4A8C-9693-05FE9F860E0C}" type="pres">
      <dgm:prSet presAssocID="{666C49F2-7A2A-43E9-9075-69818B37A542}" presName="text" presStyleLbl="node1" presStyleIdx="0" presStyleCnt="3">
        <dgm:presLayoutVars>
          <dgm:bulletEnabled val="1"/>
        </dgm:presLayoutVars>
      </dgm:prSet>
      <dgm:spPr/>
    </dgm:pt>
    <dgm:pt modelId="{E49C180F-08E1-4D38-90AD-47CC3E654FF0}" type="pres">
      <dgm:prSet presAssocID="{4D2694F6-58A2-403F-97A3-3C415EC082B8}" presName="spacer" presStyleCnt="0"/>
      <dgm:spPr/>
    </dgm:pt>
    <dgm:pt modelId="{3599F771-3EFA-4864-87D2-AFA206061103}" type="pres">
      <dgm:prSet presAssocID="{5F6EFB79-267C-4505-8B58-894A40634106}" presName="comp" presStyleCnt="0"/>
      <dgm:spPr/>
    </dgm:pt>
    <dgm:pt modelId="{5FCBDBD8-23B8-489B-9A4A-0B57C8725D6F}" type="pres">
      <dgm:prSet presAssocID="{5F6EFB79-267C-4505-8B58-894A40634106}" presName="box" presStyleLbl="node1" presStyleIdx="1" presStyleCnt="3"/>
      <dgm:spPr/>
    </dgm:pt>
    <dgm:pt modelId="{A8162654-C46C-4CA9-8EC9-DA0125C51C65}" type="pres">
      <dgm:prSet presAssocID="{5F6EFB79-267C-4505-8B58-894A40634106}" presName="img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58000" b="-58000"/>
          </a:stretch>
        </a:blipFill>
      </dgm:spPr>
      <dgm:extLst>
        <a:ext uri="{E40237B7-FDA0-4F09-8148-C483321AD2D9}">
          <dgm14:cNvPr xmlns:dgm14="http://schemas.microsoft.com/office/drawing/2010/diagram" id="0" name="" descr="Brain in head with solid fill"/>
        </a:ext>
      </dgm:extLst>
    </dgm:pt>
    <dgm:pt modelId="{F513AE7E-C74C-431E-A45F-7DE4EEBEC39F}" type="pres">
      <dgm:prSet presAssocID="{5F6EFB79-267C-4505-8B58-894A40634106}" presName="text" presStyleLbl="node1" presStyleIdx="1" presStyleCnt="3">
        <dgm:presLayoutVars>
          <dgm:bulletEnabled val="1"/>
        </dgm:presLayoutVars>
      </dgm:prSet>
      <dgm:spPr/>
    </dgm:pt>
    <dgm:pt modelId="{30D96823-BC40-4943-B1E1-06CAEBE2AF75}" type="pres">
      <dgm:prSet presAssocID="{6A8277AA-9B25-4D9B-AA5B-EF28263F2EDD}" presName="spacer" presStyleCnt="0"/>
      <dgm:spPr/>
    </dgm:pt>
    <dgm:pt modelId="{D9C4EA86-3E10-4359-BA06-C0DEF4399A26}" type="pres">
      <dgm:prSet presAssocID="{5B85F139-16DF-4F45-A3F9-C6E5574E062F}" presName="comp" presStyleCnt="0"/>
      <dgm:spPr/>
    </dgm:pt>
    <dgm:pt modelId="{570BD489-7328-42D7-8623-59C694AE2486}" type="pres">
      <dgm:prSet presAssocID="{5B85F139-16DF-4F45-A3F9-C6E5574E062F}" presName="box" presStyleLbl="node1" presStyleIdx="2" presStyleCnt="3"/>
      <dgm:spPr/>
    </dgm:pt>
    <dgm:pt modelId="{A74D7CA8-1D19-4B4A-A27E-320DB032FBD7}" type="pres">
      <dgm:prSet presAssocID="{5B85F139-16DF-4F45-A3F9-C6E5574E062F}" presName="img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58000" b="-58000"/>
          </a:stretch>
        </a:blipFill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D8503800-87CB-410C-BC5A-46FDA9310157}" type="pres">
      <dgm:prSet presAssocID="{5B85F139-16DF-4F45-A3F9-C6E5574E062F}" presName="text" presStyleLbl="node1" presStyleIdx="2" presStyleCnt="3">
        <dgm:presLayoutVars>
          <dgm:bulletEnabled val="1"/>
        </dgm:presLayoutVars>
      </dgm:prSet>
      <dgm:spPr/>
    </dgm:pt>
  </dgm:ptLst>
  <dgm:cxnLst>
    <dgm:cxn modelId="{3962473A-5F2E-45B8-B35D-F4FC1F9279CE}" srcId="{7A93085D-923D-48D1-8331-E8AF8A32060E}" destId="{666C49F2-7A2A-43E9-9075-69818B37A542}" srcOrd="0" destOrd="0" parTransId="{93D8DF59-AAB8-4389-87C0-4EE74D10394B}" sibTransId="{4D2694F6-58A2-403F-97A3-3C415EC082B8}"/>
    <dgm:cxn modelId="{83ECAD3A-E4AA-49C1-AEDE-163206877B92}" srcId="{7A93085D-923D-48D1-8331-E8AF8A32060E}" destId="{5F6EFB79-267C-4505-8B58-894A40634106}" srcOrd="1" destOrd="0" parTransId="{1EA65577-C343-483D-80BA-7A4A8EC0B83D}" sibTransId="{6A8277AA-9B25-4D9B-AA5B-EF28263F2EDD}"/>
    <dgm:cxn modelId="{F1F7CA4A-BE08-4A72-93A1-4006CFDBE5F3}" type="presOf" srcId="{7A93085D-923D-48D1-8331-E8AF8A32060E}" destId="{5B90D18E-CD4F-486C-8CFB-EFE8A66B7300}" srcOrd="0" destOrd="0" presId="urn:microsoft.com/office/officeart/2005/8/layout/vList4"/>
    <dgm:cxn modelId="{7A696873-2A42-4131-A1C7-0291B1B86176}" srcId="{7A93085D-923D-48D1-8331-E8AF8A32060E}" destId="{5B85F139-16DF-4F45-A3F9-C6E5574E062F}" srcOrd="2" destOrd="0" parTransId="{B88E72B8-5697-42AF-91F4-9823DFEA7FB9}" sibTransId="{DCFE5FB0-F915-475B-8463-F5FD133A11BE}"/>
    <dgm:cxn modelId="{2C6A3479-D6E0-410A-AE52-0B994466792F}" type="presOf" srcId="{5F6EFB79-267C-4505-8B58-894A40634106}" destId="{F513AE7E-C74C-431E-A45F-7DE4EEBEC39F}" srcOrd="1" destOrd="0" presId="urn:microsoft.com/office/officeart/2005/8/layout/vList4"/>
    <dgm:cxn modelId="{3BF7F497-DE2A-4EA7-BA52-DF92E8231FDF}" type="presOf" srcId="{5B85F139-16DF-4F45-A3F9-C6E5574E062F}" destId="{570BD489-7328-42D7-8623-59C694AE2486}" srcOrd="0" destOrd="0" presId="urn:microsoft.com/office/officeart/2005/8/layout/vList4"/>
    <dgm:cxn modelId="{7C852BBB-5B88-4217-87A8-45401780EE02}" type="presOf" srcId="{666C49F2-7A2A-43E9-9075-69818B37A542}" destId="{3F4960A8-24B1-4A8C-9693-05FE9F860E0C}" srcOrd="1" destOrd="0" presId="urn:microsoft.com/office/officeart/2005/8/layout/vList4"/>
    <dgm:cxn modelId="{6E81E9CB-6F28-465B-9062-95602305653A}" type="presOf" srcId="{5F6EFB79-267C-4505-8B58-894A40634106}" destId="{5FCBDBD8-23B8-489B-9A4A-0B57C8725D6F}" srcOrd="0" destOrd="0" presId="urn:microsoft.com/office/officeart/2005/8/layout/vList4"/>
    <dgm:cxn modelId="{590AD5F8-410F-40E9-8E02-A75DBE29C7EF}" type="presOf" srcId="{5B85F139-16DF-4F45-A3F9-C6E5574E062F}" destId="{D8503800-87CB-410C-BC5A-46FDA9310157}" srcOrd="1" destOrd="0" presId="urn:microsoft.com/office/officeart/2005/8/layout/vList4"/>
    <dgm:cxn modelId="{D73DA0FA-A97A-4EB9-BC72-BC51F5B167FF}" type="presOf" srcId="{666C49F2-7A2A-43E9-9075-69818B37A542}" destId="{AF0C7879-0FC8-410E-9F37-1CE4E9BE2427}" srcOrd="0" destOrd="0" presId="urn:microsoft.com/office/officeart/2005/8/layout/vList4"/>
    <dgm:cxn modelId="{58B5338A-9D63-4CA6-B0F6-633F778AC61E}" type="presParOf" srcId="{5B90D18E-CD4F-486C-8CFB-EFE8A66B7300}" destId="{2C7962E3-D293-430B-8CD7-609109E0E442}" srcOrd="0" destOrd="0" presId="urn:microsoft.com/office/officeart/2005/8/layout/vList4"/>
    <dgm:cxn modelId="{47ACF2C6-B000-43A3-9751-30D6DBDD4BB7}" type="presParOf" srcId="{2C7962E3-D293-430B-8CD7-609109E0E442}" destId="{AF0C7879-0FC8-410E-9F37-1CE4E9BE2427}" srcOrd="0" destOrd="0" presId="urn:microsoft.com/office/officeart/2005/8/layout/vList4"/>
    <dgm:cxn modelId="{C60F5F97-A9E5-4C08-8D0A-AFC9D4F9429B}" type="presParOf" srcId="{2C7962E3-D293-430B-8CD7-609109E0E442}" destId="{F55734FB-3B65-46B9-8347-EAFDCDED58AB}" srcOrd="1" destOrd="0" presId="urn:microsoft.com/office/officeart/2005/8/layout/vList4"/>
    <dgm:cxn modelId="{05672F5D-F3CC-4A17-B22F-38EC5154DD4F}" type="presParOf" srcId="{2C7962E3-D293-430B-8CD7-609109E0E442}" destId="{3F4960A8-24B1-4A8C-9693-05FE9F860E0C}" srcOrd="2" destOrd="0" presId="urn:microsoft.com/office/officeart/2005/8/layout/vList4"/>
    <dgm:cxn modelId="{3C39A9E8-2187-49A7-AAD7-CD43DD611F81}" type="presParOf" srcId="{5B90D18E-CD4F-486C-8CFB-EFE8A66B7300}" destId="{E49C180F-08E1-4D38-90AD-47CC3E654FF0}" srcOrd="1" destOrd="0" presId="urn:microsoft.com/office/officeart/2005/8/layout/vList4"/>
    <dgm:cxn modelId="{801C2CC0-2DE0-44B0-8475-40B92942428E}" type="presParOf" srcId="{5B90D18E-CD4F-486C-8CFB-EFE8A66B7300}" destId="{3599F771-3EFA-4864-87D2-AFA206061103}" srcOrd="2" destOrd="0" presId="urn:microsoft.com/office/officeart/2005/8/layout/vList4"/>
    <dgm:cxn modelId="{5963481F-AFF3-434B-BEFD-55270C6758A3}" type="presParOf" srcId="{3599F771-3EFA-4864-87D2-AFA206061103}" destId="{5FCBDBD8-23B8-489B-9A4A-0B57C8725D6F}" srcOrd="0" destOrd="0" presId="urn:microsoft.com/office/officeart/2005/8/layout/vList4"/>
    <dgm:cxn modelId="{F432369C-D4DE-4996-B5F1-1877B5740D27}" type="presParOf" srcId="{3599F771-3EFA-4864-87D2-AFA206061103}" destId="{A8162654-C46C-4CA9-8EC9-DA0125C51C65}" srcOrd="1" destOrd="0" presId="urn:microsoft.com/office/officeart/2005/8/layout/vList4"/>
    <dgm:cxn modelId="{199A7447-CDE2-4EBC-AEAA-60718C1EB537}" type="presParOf" srcId="{3599F771-3EFA-4864-87D2-AFA206061103}" destId="{F513AE7E-C74C-431E-A45F-7DE4EEBEC39F}" srcOrd="2" destOrd="0" presId="urn:microsoft.com/office/officeart/2005/8/layout/vList4"/>
    <dgm:cxn modelId="{8A9A2AAE-50EC-41B5-8EC0-73EF46BFCEE8}" type="presParOf" srcId="{5B90D18E-CD4F-486C-8CFB-EFE8A66B7300}" destId="{30D96823-BC40-4943-B1E1-06CAEBE2AF75}" srcOrd="3" destOrd="0" presId="urn:microsoft.com/office/officeart/2005/8/layout/vList4"/>
    <dgm:cxn modelId="{CFD1D595-307C-41B7-A0D4-AB6CD56D309A}" type="presParOf" srcId="{5B90D18E-CD4F-486C-8CFB-EFE8A66B7300}" destId="{D9C4EA86-3E10-4359-BA06-C0DEF4399A26}" srcOrd="4" destOrd="0" presId="urn:microsoft.com/office/officeart/2005/8/layout/vList4"/>
    <dgm:cxn modelId="{5A7DCF55-89EB-4CBC-A765-A2CBAEAE1543}" type="presParOf" srcId="{D9C4EA86-3E10-4359-BA06-C0DEF4399A26}" destId="{570BD489-7328-42D7-8623-59C694AE2486}" srcOrd="0" destOrd="0" presId="urn:microsoft.com/office/officeart/2005/8/layout/vList4"/>
    <dgm:cxn modelId="{0C1ECB64-4EB1-45F3-9085-88DB432B5F74}" type="presParOf" srcId="{D9C4EA86-3E10-4359-BA06-C0DEF4399A26}" destId="{A74D7CA8-1D19-4B4A-A27E-320DB032FBD7}" srcOrd="1" destOrd="0" presId="urn:microsoft.com/office/officeart/2005/8/layout/vList4"/>
    <dgm:cxn modelId="{C76C7F9F-FEBA-4C7D-B7A3-307488B6C5DD}" type="presParOf" srcId="{D9C4EA86-3E10-4359-BA06-C0DEF4399A26}" destId="{D8503800-87CB-410C-BC5A-46FDA931015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27A06-E45A-4818-8B52-2F65A18E19D2}" type="doc">
      <dgm:prSet loTypeId="urn:microsoft.com/office/officeart/2005/8/layout/hList7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4E386973-35FC-4C1E-94BB-18B96C1BE565}">
      <dgm:prSet/>
      <dgm:spPr/>
      <dgm:t>
        <a:bodyPr/>
        <a:lstStyle/>
        <a:p>
          <a:r>
            <a:rPr lang="en-GB" b="1" dirty="0"/>
            <a:t>Identify seasonal trends</a:t>
          </a:r>
          <a:br>
            <a:rPr lang="en-GB" dirty="0"/>
          </a:br>
          <a:r>
            <a:rPr lang="en-GB" dirty="0"/>
            <a:t>Analyse patterns in appointment volumes over time to detect peak and low-demand periods. </a:t>
          </a:r>
        </a:p>
      </dgm:t>
    </dgm:pt>
    <dgm:pt modelId="{92BB37F7-385E-4FF4-9591-BA15122D78F7}" type="parTrans" cxnId="{064D7F67-250D-411B-830A-18AAC6E1CF05}">
      <dgm:prSet/>
      <dgm:spPr/>
      <dgm:t>
        <a:bodyPr/>
        <a:lstStyle/>
        <a:p>
          <a:endParaRPr lang="en-GB"/>
        </a:p>
      </dgm:t>
    </dgm:pt>
    <dgm:pt modelId="{D53BC8D7-AD76-4DED-884E-0FD5EFAC0327}" type="sibTrans" cxnId="{064D7F67-250D-411B-830A-18AAC6E1CF05}">
      <dgm:prSet/>
      <dgm:spPr/>
      <dgm:t>
        <a:bodyPr/>
        <a:lstStyle/>
        <a:p>
          <a:endParaRPr lang="en-GB"/>
        </a:p>
      </dgm:t>
    </dgm:pt>
    <dgm:pt modelId="{B68C0971-CB1D-47F7-9BE3-FB633D6F84A7}">
      <dgm:prSet/>
      <dgm:spPr/>
      <dgm:t>
        <a:bodyPr/>
        <a:lstStyle/>
        <a:p>
          <a:r>
            <a:rPr lang="en-GB" b="1" dirty="0"/>
            <a:t>Assess regional demand</a:t>
          </a:r>
          <a:br>
            <a:rPr lang="en-GB" dirty="0"/>
          </a:br>
          <a:r>
            <a:rPr lang="en-GB" dirty="0"/>
            <a:t>Compare appointment volumes across locations to highlight disparities and resource needs. </a:t>
          </a:r>
        </a:p>
      </dgm:t>
    </dgm:pt>
    <dgm:pt modelId="{EB4B8401-EAE2-407A-85B7-F24D22788D78}" type="parTrans" cxnId="{456DA44B-5228-4536-9C6B-00BD54F63A1D}">
      <dgm:prSet/>
      <dgm:spPr/>
      <dgm:t>
        <a:bodyPr/>
        <a:lstStyle/>
        <a:p>
          <a:endParaRPr lang="en-GB"/>
        </a:p>
      </dgm:t>
    </dgm:pt>
    <dgm:pt modelId="{0B84C61B-AB36-4B79-A9CF-D94E479BFE60}" type="sibTrans" cxnId="{456DA44B-5228-4536-9C6B-00BD54F63A1D}">
      <dgm:prSet/>
      <dgm:spPr/>
      <dgm:t>
        <a:bodyPr/>
        <a:lstStyle/>
        <a:p>
          <a:endParaRPr lang="en-GB"/>
        </a:p>
      </dgm:t>
    </dgm:pt>
    <dgm:pt modelId="{A46CE489-2767-45B6-AA68-F75A08476BED}">
      <dgm:prSet/>
      <dgm:spPr/>
      <dgm:t>
        <a:bodyPr/>
        <a:lstStyle/>
        <a:p>
          <a:r>
            <a:rPr lang="en-GB" b="1" dirty="0"/>
            <a:t>Improve service planning</a:t>
          </a:r>
          <a:br>
            <a:rPr lang="en-GB" dirty="0"/>
          </a:br>
          <a:r>
            <a:rPr lang="en-GB" dirty="0"/>
            <a:t>Use appointment data to optimise staffing, allocate resources effectively, and reduce system strain. </a:t>
          </a:r>
        </a:p>
      </dgm:t>
    </dgm:pt>
    <dgm:pt modelId="{88229205-0A80-4923-861B-D331A510191B}" type="parTrans" cxnId="{1E5E9391-B155-43A8-8B99-0CE3B1197A60}">
      <dgm:prSet/>
      <dgm:spPr/>
      <dgm:t>
        <a:bodyPr/>
        <a:lstStyle/>
        <a:p>
          <a:endParaRPr lang="en-GB"/>
        </a:p>
      </dgm:t>
    </dgm:pt>
    <dgm:pt modelId="{A085FDA0-E120-470F-96C7-F135BDAE3B91}" type="sibTrans" cxnId="{1E5E9391-B155-43A8-8B99-0CE3B1197A60}">
      <dgm:prSet/>
      <dgm:spPr/>
      <dgm:t>
        <a:bodyPr/>
        <a:lstStyle/>
        <a:p>
          <a:endParaRPr lang="en-GB"/>
        </a:p>
      </dgm:t>
    </dgm:pt>
    <dgm:pt modelId="{B8C3325E-ADB6-4A36-B079-2250176DE65A}" type="pres">
      <dgm:prSet presAssocID="{75327A06-E45A-4818-8B52-2F65A18E19D2}" presName="Name0" presStyleCnt="0">
        <dgm:presLayoutVars>
          <dgm:dir/>
          <dgm:resizeHandles val="exact"/>
        </dgm:presLayoutVars>
      </dgm:prSet>
      <dgm:spPr/>
    </dgm:pt>
    <dgm:pt modelId="{F18984A0-5868-4F6F-8A6F-357DCA32680D}" type="pres">
      <dgm:prSet presAssocID="{75327A06-E45A-4818-8B52-2F65A18E19D2}" presName="fgShape" presStyleLbl="fgShp" presStyleIdx="0" presStyleCnt="1"/>
      <dgm:spPr/>
    </dgm:pt>
    <dgm:pt modelId="{A6D69A7A-C527-449A-A8F5-05646616FD35}" type="pres">
      <dgm:prSet presAssocID="{75327A06-E45A-4818-8B52-2F65A18E19D2}" presName="linComp" presStyleCnt="0"/>
      <dgm:spPr/>
    </dgm:pt>
    <dgm:pt modelId="{4759E283-346E-44DC-9B13-0E54D6C1CEA0}" type="pres">
      <dgm:prSet presAssocID="{4E386973-35FC-4C1E-94BB-18B96C1BE565}" presName="compNode" presStyleCnt="0"/>
      <dgm:spPr/>
    </dgm:pt>
    <dgm:pt modelId="{A9A5BFF3-C558-4C77-B32A-884FB66B2970}" type="pres">
      <dgm:prSet presAssocID="{4E386973-35FC-4C1E-94BB-18B96C1BE565}" presName="bkgdShape" presStyleLbl="node1" presStyleIdx="0" presStyleCnt="3" custLinFactNeighborX="-64"/>
      <dgm:spPr/>
    </dgm:pt>
    <dgm:pt modelId="{B2593B55-6238-41A0-8503-CC33DFB5E674}" type="pres">
      <dgm:prSet presAssocID="{4E386973-35FC-4C1E-94BB-18B96C1BE565}" presName="nodeTx" presStyleLbl="node1" presStyleIdx="0" presStyleCnt="3">
        <dgm:presLayoutVars>
          <dgm:bulletEnabled val="1"/>
        </dgm:presLayoutVars>
      </dgm:prSet>
      <dgm:spPr/>
    </dgm:pt>
    <dgm:pt modelId="{B72FCC33-72E5-46C2-BF1C-C26C921993DF}" type="pres">
      <dgm:prSet presAssocID="{4E386973-35FC-4C1E-94BB-18B96C1BE565}" presName="invisiNode" presStyleLbl="node1" presStyleIdx="0" presStyleCnt="3"/>
      <dgm:spPr/>
    </dgm:pt>
    <dgm:pt modelId="{87027E3D-ED45-4956-A812-9A88553A7627}" type="pres">
      <dgm:prSet presAssocID="{4E386973-35FC-4C1E-94BB-18B96C1BE565}" presName="imagNode" presStyleLbl="fgImgPlace1" presStyleIdx="0" presStyleCnt="3" custLinFactNeighborX="-3006" custLinFactNeighborY="0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bar chart with solid fill"/>
        </a:ext>
      </dgm:extLst>
    </dgm:pt>
    <dgm:pt modelId="{E3367BCF-6B64-4187-933E-48676AAD4249}" type="pres">
      <dgm:prSet presAssocID="{D53BC8D7-AD76-4DED-884E-0FD5EFAC0327}" presName="sibTrans" presStyleLbl="sibTrans2D1" presStyleIdx="0" presStyleCnt="0"/>
      <dgm:spPr/>
    </dgm:pt>
    <dgm:pt modelId="{AC5539C7-1EF7-4841-9975-BF2423716CAC}" type="pres">
      <dgm:prSet presAssocID="{B68C0971-CB1D-47F7-9BE3-FB633D6F84A7}" presName="compNode" presStyleCnt="0"/>
      <dgm:spPr/>
    </dgm:pt>
    <dgm:pt modelId="{CA99F330-4720-49C5-AF97-4C5CA1CA1550}" type="pres">
      <dgm:prSet presAssocID="{B68C0971-CB1D-47F7-9BE3-FB633D6F84A7}" presName="bkgdShape" presStyleLbl="node1" presStyleIdx="1" presStyleCnt="3"/>
      <dgm:spPr/>
    </dgm:pt>
    <dgm:pt modelId="{F6B9AA91-B863-4770-ADE4-4BFBB836812A}" type="pres">
      <dgm:prSet presAssocID="{B68C0971-CB1D-47F7-9BE3-FB633D6F84A7}" presName="nodeTx" presStyleLbl="node1" presStyleIdx="1" presStyleCnt="3">
        <dgm:presLayoutVars>
          <dgm:bulletEnabled val="1"/>
        </dgm:presLayoutVars>
      </dgm:prSet>
      <dgm:spPr/>
    </dgm:pt>
    <dgm:pt modelId="{68B14A04-A6F9-47FB-BAD3-F158D9E7A031}" type="pres">
      <dgm:prSet presAssocID="{B68C0971-CB1D-47F7-9BE3-FB633D6F84A7}" presName="invisiNode" presStyleLbl="node1" presStyleIdx="1" presStyleCnt="3"/>
      <dgm:spPr/>
    </dgm:pt>
    <dgm:pt modelId="{E81389A0-DFFF-4535-82F7-5CEA1E1CACC3}" type="pres">
      <dgm:prSet presAssocID="{B68C0971-CB1D-47F7-9BE3-FB633D6F84A7}" presName="imagNode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 with solid fill"/>
        </a:ext>
      </dgm:extLst>
    </dgm:pt>
    <dgm:pt modelId="{BC1675B1-A31A-4202-B78F-68B1EEA1684F}" type="pres">
      <dgm:prSet presAssocID="{0B84C61B-AB36-4B79-A9CF-D94E479BFE60}" presName="sibTrans" presStyleLbl="sibTrans2D1" presStyleIdx="0" presStyleCnt="0"/>
      <dgm:spPr/>
    </dgm:pt>
    <dgm:pt modelId="{C05DE176-235B-414A-84CB-CBB25024EBDA}" type="pres">
      <dgm:prSet presAssocID="{A46CE489-2767-45B6-AA68-F75A08476BED}" presName="compNode" presStyleCnt="0"/>
      <dgm:spPr/>
    </dgm:pt>
    <dgm:pt modelId="{056B84C3-A69C-46DB-B538-1700E35D24FA}" type="pres">
      <dgm:prSet presAssocID="{A46CE489-2767-45B6-AA68-F75A08476BED}" presName="bkgdShape" presStyleLbl="node1" presStyleIdx="2" presStyleCnt="3"/>
      <dgm:spPr/>
    </dgm:pt>
    <dgm:pt modelId="{24DB4271-835C-486C-B243-3A3F2B4C5649}" type="pres">
      <dgm:prSet presAssocID="{A46CE489-2767-45B6-AA68-F75A08476BED}" presName="nodeTx" presStyleLbl="node1" presStyleIdx="2" presStyleCnt="3">
        <dgm:presLayoutVars>
          <dgm:bulletEnabled val="1"/>
        </dgm:presLayoutVars>
      </dgm:prSet>
      <dgm:spPr/>
    </dgm:pt>
    <dgm:pt modelId="{3F368C0A-8DE5-476E-B001-931D71898B17}" type="pres">
      <dgm:prSet presAssocID="{A46CE489-2767-45B6-AA68-F75A08476BED}" presName="invisiNode" presStyleLbl="node1" presStyleIdx="2" presStyleCnt="3"/>
      <dgm:spPr/>
    </dgm:pt>
    <dgm:pt modelId="{1414A977-FC81-42D3-A20E-D816AA9EB96A}" type="pres">
      <dgm:prSet presAssocID="{A46CE489-2767-45B6-AA68-F75A08476BED}" presName="imagNod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 with solid fill"/>
        </a:ext>
      </dgm:extLst>
    </dgm:pt>
  </dgm:ptLst>
  <dgm:cxnLst>
    <dgm:cxn modelId="{BC001D05-B1C7-49DF-8CE2-F578B41EC9EA}" type="presOf" srcId="{D53BC8D7-AD76-4DED-884E-0FD5EFAC0327}" destId="{E3367BCF-6B64-4187-933E-48676AAD4249}" srcOrd="0" destOrd="0" presId="urn:microsoft.com/office/officeart/2005/8/layout/hList7"/>
    <dgm:cxn modelId="{5D2AA90F-3B54-4620-958F-69CDA5530920}" type="presOf" srcId="{A46CE489-2767-45B6-AA68-F75A08476BED}" destId="{056B84C3-A69C-46DB-B538-1700E35D24FA}" srcOrd="0" destOrd="0" presId="urn:microsoft.com/office/officeart/2005/8/layout/hList7"/>
    <dgm:cxn modelId="{28B0C541-33D0-477A-A681-274C1C8A7DEA}" type="presOf" srcId="{0B84C61B-AB36-4B79-A9CF-D94E479BFE60}" destId="{BC1675B1-A31A-4202-B78F-68B1EEA1684F}" srcOrd="0" destOrd="0" presId="urn:microsoft.com/office/officeart/2005/8/layout/hList7"/>
    <dgm:cxn modelId="{064D7F67-250D-411B-830A-18AAC6E1CF05}" srcId="{75327A06-E45A-4818-8B52-2F65A18E19D2}" destId="{4E386973-35FC-4C1E-94BB-18B96C1BE565}" srcOrd="0" destOrd="0" parTransId="{92BB37F7-385E-4FF4-9591-BA15122D78F7}" sibTransId="{D53BC8D7-AD76-4DED-884E-0FD5EFAC0327}"/>
    <dgm:cxn modelId="{456DA44B-5228-4536-9C6B-00BD54F63A1D}" srcId="{75327A06-E45A-4818-8B52-2F65A18E19D2}" destId="{B68C0971-CB1D-47F7-9BE3-FB633D6F84A7}" srcOrd="1" destOrd="0" parTransId="{EB4B8401-EAE2-407A-85B7-F24D22788D78}" sibTransId="{0B84C61B-AB36-4B79-A9CF-D94E479BFE60}"/>
    <dgm:cxn modelId="{43BA5A55-1EB8-4B76-AC23-2C8291509F9A}" type="presOf" srcId="{A46CE489-2767-45B6-AA68-F75A08476BED}" destId="{24DB4271-835C-486C-B243-3A3F2B4C5649}" srcOrd="1" destOrd="0" presId="urn:microsoft.com/office/officeart/2005/8/layout/hList7"/>
    <dgm:cxn modelId="{1D72B17B-FEF2-44AA-BD1C-51CFF6E5B0DF}" type="presOf" srcId="{4E386973-35FC-4C1E-94BB-18B96C1BE565}" destId="{B2593B55-6238-41A0-8503-CC33DFB5E674}" srcOrd="1" destOrd="0" presId="urn:microsoft.com/office/officeart/2005/8/layout/hList7"/>
    <dgm:cxn modelId="{1E5E9391-B155-43A8-8B99-0CE3B1197A60}" srcId="{75327A06-E45A-4818-8B52-2F65A18E19D2}" destId="{A46CE489-2767-45B6-AA68-F75A08476BED}" srcOrd="2" destOrd="0" parTransId="{88229205-0A80-4923-861B-D331A510191B}" sibTransId="{A085FDA0-E120-470F-96C7-F135BDAE3B91}"/>
    <dgm:cxn modelId="{835C1C99-52BC-4AEA-9A1A-6B3468969E10}" type="presOf" srcId="{B68C0971-CB1D-47F7-9BE3-FB633D6F84A7}" destId="{CA99F330-4720-49C5-AF97-4C5CA1CA1550}" srcOrd="0" destOrd="0" presId="urn:microsoft.com/office/officeart/2005/8/layout/hList7"/>
    <dgm:cxn modelId="{334341A7-1A70-4C8F-BD8C-9C07D2413CF6}" type="presOf" srcId="{B68C0971-CB1D-47F7-9BE3-FB633D6F84A7}" destId="{F6B9AA91-B863-4770-ADE4-4BFBB836812A}" srcOrd="1" destOrd="0" presId="urn:microsoft.com/office/officeart/2005/8/layout/hList7"/>
    <dgm:cxn modelId="{A1E78CC6-6356-4375-80E2-23B50D17A0FF}" type="presOf" srcId="{75327A06-E45A-4818-8B52-2F65A18E19D2}" destId="{B8C3325E-ADB6-4A36-B079-2250176DE65A}" srcOrd="0" destOrd="0" presId="urn:microsoft.com/office/officeart/2005/8/layout/hList7"/>
    <dgm:cxn modelId="{B987A4FD-80C0-4059-B556-F5D40C357A96}" type="presOf" srcId="{4E386973-35FC-4C1E-94BB-18B96C1BE565}" destId="{A9A5BFF3-C558-4C77-B32A-884FB66B2970}" srcOrd="0" destOrd="0" presId="urn:microsoft.com/office/officeart/2005/8/layout/hList7"/>
    <dgm:cxn modelId="{7B4B8568-11BD-45B7-A8E8-D54B76D9D0D9}" type="presParOf" srcId="{B8C3325E-ADB6-4A36-B079-2250176DE65A}" destId="{F18984A0-5868-4F6F-8A6F-357DCA32680D}" srcOrd="0" destOrd="0" presId="urn:microsoft.com/office/officeart/2005/8/layout/hList7"/>
    <dgm:cxn modelId="{2DC346AE-1D72-4601-B045-28AAD04941D6}" type="presParOf" srcId="{B8C3325E-ADB6-4A36-B079-2250176DE65A}" destId="{A6D69A7A-C527-449A-A8F5-05646616FD35}" srcOrd="1" destOrd="0" presId="urn:microsoft.com/office/officeart/2005/8/layout/hList7"/>
    <dgm:cxn modelId="{A9EDBA8E-C911-40C9-893C-F753E2B4479D}" type="presParOf" srcId="{A6D69A7A-C527-449A-A8F5-05646616FD35}" destId="{4759E283-346E-44DC-9B13-0E54D6C1CEA0}" srcOrd="0" destOrd="0" presId="urn:microsoft.com/office/officeart/2005/8/layout/hList7"/>
    <dgm:cxn modelId="{DDE67AED-DB25-41DF-95D3-C93FE6A605FA}" type="presParOf" srcId="{4759E283-346E-44DC-9B13-0E54D6C1CEA0}" destId="{A9A5BFF3-C558-4C77-B32A-884FB66B2970}" srcOrd="0" destOrd="0" presId="urn:microsoft.com/office/officeart/2005/8/layout/hList7"/>
    <dgm:cxn modelId="{1AE97FA6-2D78-49B6-86B1-16FB733425AC}" type="presParOf" srcId="{4759E283-346E-44DC-9B13-0E54D6C1CEA0}" destId="{B2593B55-6238-41A0-8503-CC33DFB5E674}" srcOrd="1" destOrd="0" presId="urn:microsoft.com/office/officeart/2005/8/layout/hList7"/>
    <dgm:cxn modelId="{F7EE5D60-EAE1-4749-B8EC-3FE204CF2F73}" type="presParOf" srcId="{4759E283-346E-44DC-9B13-0E54D6C1CEA0}" destId="{B72FCC33-72E5-46C2-BF1C-C26C921993DF}" srcOrd="2" destOrd="0" presId="urn:microsoft.com/office/officeart/2005/8/layout/hList7"/>
    <dgm:cxn modelId="{BD249E46-C58A-4396-AEA3-F8C60AB53FAB}" type="presParOf" srcId="{4759E283-346E-44DC-9B13-0E54D6C1CEA0}" destId="{87027E3D-ED45-4956-A812-9A88553A7627}" srcOrd="3" destOrd="0" presId="urn:microsoft.com/office/officeart/2005/8/layout/hList7"/>
    <dgm:cxn modelId="{79864766-BD5E-43F9-B84D-CA16336F097E}" type="presParOf" srcId="{A6D69A7A-C527-449A-A8F5-05646616FD35}" destId="{E3367BCF-6B64-4187-933E-48676AAD4249}" srcOrd="1" destOrd="0" presId="urn:microsoft.com/office/officeart/2005/8/layout/hList7"/>
    <dgm:cxn modelId="{DDA02790-A33C-4BD7-B5BC-B0AF8AC67306}" type="presParOf" srcId="{A6D69A7A-C527-449A-A8F5-05646616FD35}" destId="{AC5539C7-1EF7-4841-9975-BF2423716CAC}" srcOrd="2" destOrd="0" presId="urn:microsoft.com/office/officeart/2005/8/layout/hList7"/>
    <dgm:cxn modelId="{42891F4B-5587-4F8C-8B28-7AB1BE1A76DD}" type="presParOf" srcId="{AC5539C7-1EF7-4841-9975-BF2423716CAC}" destId="{CA99F330-4720-49C5-AF97-4C5CA1CA1550}" srcOrd="0" destOrd="0" presId="urn:microsoft.com/office/officeart/2005/8/layout/hList7"/>
    <dgm:cxn modelId="{787F6092-E632-4708-8BF1-33CBFAD8BE90}" type="presParOf" srcId="{AC5539C7-1EF7-4841-9975-BF2423716CAC}" destId="{F6B9AA91-B863-4770-ADE4-4BFBB836812A}" srcOrd="1" destOrd="0" presId="urn:microsoft.com/office/officeart/2005/8/layout/hList7"/>
    <dgm:cxn modelId="{1282F86A-EC06-4C3F-B16A-3F3F64B25901}" type="presParOf" srcId="{AC5539C7-1EF7-4841-9975-BF2423716CAC}" destId="{68B14A04-A6F9-47FB-BAD3-F158D9E7A031}" srcOrd="2" destOrd="0" presId="urn:microsoft.com/office/officeart/2005/8/layout/hList7"/>
    <dgm:cxn modelId="{6E68F367-7C85-44D1-B035-0C42BC2E7CED}" type="presParOf" srcId="{AC5539C7-1EF7-4841-9975-BF2423716CAC}" destId="{E81389A0-DFFF-4535-82F7-5CEA1E1CACC3}" srcOrd="3" destOrd="0" presId="urn:microsoft.com/office/officeart/2005/8/layout/hList7"/>
    <dgm:cxn modelId="{F5F6F8A0-2DE5-49EE-B761-3892C6113076}" type="presParOf" srcId="{A6D69A7A-C527-449A-A8F5-05646616FD35}" destId="{BC1675B1-A31A-4202-B78F-68B1EEA1684F}" srcOrd="3" destOrd="0" presId="urn:microsoft.com/office/officeart/2005/8/layout/hList7"/>
    <dgm:cxn modelId="{7DE54D40-D675-41D8-BC4B-9E322C924F09}" type="presParOf" srcId="{A6D69A7A-C527-449A-A8F5-05646616FD35}" destId="{C05DE176-235B-414A-84CB-CBB25024EBDA}" srcOrd="4" destOrd="0" presId="urn:microsoft.com/office/officeart/2005/8/layout/hList7"/>
    <dgm:cxn modelId="{ABF42E50-2EF7-4614-9B17-B8512BB16BB2}" type="presParOf" srcId="{C05DE176-235B-414A-84CB-CBB25024EBDA}" destId="{056B84C3-A69C-46DB-B538-1700E35D24FA}" srcOrd="0" destOrd="0" presId="urn:microsoft.com/office/officeart/2005/8/layout/hList7"/>
    <dgm:cxn modelId="{034523FF-D3D2-4A47-9E62-C6536493452A}" type="presParOf" srcId="{C05DE176-235B-414A-84CB-CBB25024EBDA}" destId="{24DB4271-835C-486C-B243-3A3F2B4C5649}" srcOrd="1" destOrd="0" presId="urn:microsoft.com/office/officeart/2005/8/layout/hList7"/>
    <dgm:cxn modelId="{456EA373-F262-4B6C-A047-1413E3355954}" type="presParOf" srcId="{C05DE176-235B-414A-84CB-CBB25024EBDA}" destId="{3F368C0A-8DE5-476E-B001-931D71898B17}" srcOrd="2" destOrd="0" presId="urn:microsoft.com/office/officeart/2005/8/layout/hList7"/>
    <dgm:cxn modelId="{E6F0F059-3737-4AFC-9EEB-A4C2C65FBC4A}" type="presParOf" srcId="{C05DE176-235B-414A-84CB-CBB25024EBDA}" destId="{1414A977-FC81-42D3-A20E-D816AA9EB96A}" srcOrd="3" destOrd="0" presId="urn:microsoft.com/office/officeart/2005/8/layout/hList7"/>
  </dgm:cxnLst>
  <dgm:bg/>
  <dgm:whole>
    <a:ln w="3810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FD3D8C-4BFA-4C33-9203-970403617EE9}" type="doc">
      <dgm:prSet loTypeId="urn:microsoft.com/office/officeart/2005/8/layout/hList7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01D26E93-B5C7-4C9F-AE88-E5076CE274E1}">
      <dgm:prSet custT="1"/>
      <dgm:spPr/>
      <dgm:t>
        <a:bodyPr/>
        <a:lstStyle/>
        <a:p>
          <a:r>
            <a:rPr lang="en-GB" sz="1800" b="1" dirty="0"/>
            <a:t>Increase in appointment demand over time </a:t>
          </a:r>
          <a:endParaRPr lang="en-GB" sz="1800" dirty="0"/>
        </a:p>
      </dgm:t>
    </dgm:pt>
    <dgm:pt modelId="{AC9C2B4D-9868-43DF-8B89-976F5EC2ADD9}" type="parTrans" cxnId="{BBDC1E20-5333-4D9A-92B2-3F7D1F27AB2F}">
      <dgm:prSet/>
      <dgm:spPr/>
      <dgm:t>
        <a:bodyPr/>
        <a:lstStyle/>
        <a:p>
          <a:endParaRPr lang="en-GB"/>
        </a:p>
      </dgm:t>
    </dgm:pt>
    <dgm:pt modelId="{F65F969F-CC6A-4129-BD41-AE91074C4B95}" type="sibTrans" cxnId="{BBDC1E20-5333-4D9A-92B2-3F7D1F27AB2F}">
      <dgm:prSet/>
      <dgm:spPr/>
      <dgm:t>
        <a:bodyPr/>
        <a:lstStyle/>
        <a:p>
          <a:endParaRPr lang="en-GB"/>
        </a:p>
      </dgm:t>
    </dgm:pt>
    <dgm:pt modelId="{0A17ED56-BDE9-464D-AADF-D8034EE4841D}">
      <dgm:prSet custT="1"/>
      <dgm:spPr/>
      <dgm:t>
        <a:bodyPr/>
        <a:lstStyle/>
        <a:p>
          <a:r>
            <a:rPr lang="en-GB" sz="1800" b="1" dirty="0"/>
            <a:t>Monthly fluctuations indicate unstable demand patterns </a:t>
          </a:r>
          <a:endParaRPr lang="en-GB" sz="1800" dirty="0"/>
        </a:p>
      </dgm:t>
    </dgm:pt>
    <dgm:pt modelId="{04181CA5-94B3-45FC-BB2B-05A52552303E}" type="parTrans" cxnId="{97CDCDA8-31C0-48B1-BFA2-AFDD9A39F72B}">
      <dgm:prSet/>
      <dgm:spPr/>
      <dgm:t>
        <a:bodyPr/>
        <a:lstStyle/>
        <a:p>
          <a:endParaRPr lang="en-GB"/>
        </a:p>
      </dgm:t>
    </dgm:pt>
    <dgm:pt modelId="{758E98EF-A7A8-44C6-8BCE-EFE7EF4347B2}" type="sibTrans" cxnId="{97CDCDA8-31C0-48B1-BFA2-AFDD9A39F72B}">
      <dgm:prSet/>
      <dgm:spPr/>
      <dgm:t>
        <a:bodyPr/>
        <a:lstStyle/>
        <a:p>
          <a:endParaRPr lang="en-GB"/>
        </a:p>
      </dgm:t>
    </dgm:pt>
    <dgm:pt modelId="{311BFD8A-CBA6-440D-917E-9C15CFFCEA42}">
      <dgm:prSet custT="1"/>
      <dgm:spPr/>
      <dgm:t>
        <a:bodyPr/>
        <a:lstStyle/>
        <a:p>
          <a:r>
            <a:rPr lang="en-GB" sz="1800" b="1" dirty="0"/>
            <a:t>Significant variation across ICBs </a:t>
          </a:r>
          <a:endParaRPr lang="en-GB" sz="1800" dirty="0"/>
        </a:p>
      </dgm:t>
    </dgm:pt>
    <dgm:pt modelId="{D985B57A-3100-493C-91C3-071B401C270D}" type="parTrans" cxnId="{5BBB9CA6-D2AC-4675-A22B-C9C6461ECFE1}">
      <dgm:prSet/>
      <dgm:spPr/>
      <dgm:t>
        <a:bodyPr/>
        <a:lstStyle/>
        <a:p>
          <a:endParaRPr lang="en-GB"/>
        </a:p>
      </dgm:t>
    </dgm:pt>
    <dgm:pt modelId="{DF47A848-DE10-4F08-8077-3B25C5F27AA6}" type="sibTrans" cxnId="{5BBB9CA6-D2AC-4675-A22B-C9C6461ECFE1}">
      <dgm:prSet/>
      <dgm:spPr/>
      <dgm:t>
        <a:bodyPr/>
        <a:lstStyle/>
        <a:p>
          <a:endParaRPr lang="en-GB"/>
        </a:p>
      </dgm:t>
    </dgm:pt>
    <dgm:pt modelId="{676A255B-6E3A-48EA-B7FA-49514406B689}">
      <dgm:prSet custT="1"/>
      <dgm:spPr/>
      <dgm:t>
        <a:bodyPr/>
        <a:lstStyle/>
        <a:p>
          <a:r>
            <a:rPr lang="en-GB" sz="1800" dirty="0"/>
            <a:t>Highest: ~7 million appointments </a:t>
          </a:r>
        </a:p>
      </dgm:t>
    </dgm:pt>
    <dgm:pt modelId="{50FD0A2A-A7A4-4390-9AB3-6AFD3E9A50ED}" type="parTrans" cxnId="{9DB3014A-9D50-4AA9-8108-0FF6E6CB12A8}">
      <dgm:prSet/>
      <dgm:spPr/>
      <dgm:t>
        <a:bodyPr/>
        <a:lstStyle/>
        <a:p>
          <a:endParaRPr lang="en-GB"/>
        </a:p>
      </dgm:t>
    </dgm:pt>
    <dgm:pt modelId="{5E7F757F-37B3-4480-B417-8C4CEB302DE8}" type="sibTrans" cxnId="{9DB3014A-9D50-4AA9-8108-0FF6E6CB12A8}">
      <dgm:prSet/>
      <dgm:spPr/>
      <dgm:t>
        <a:bodyPr/>
        <a:lstStyle/>
        <a:p>
          <a:endParaRPr lang="en-GB"/>
        </a:p>
      </dgm:t>
    </dgm:pt>
    <dgm:pt modelId="{409A2EEF-A457-4DFC-A9FF-F1E55471E565}">
      <dgm:prSet custT="1"/>
      <dgm:spPr/>
      <dgm:t>
        <a:bodyPr/>
        <a:lstStyle/>
        <a:p>
          <a:r>
            <a:rPr lang="en-GB" sz="1800" dirty="0"/>
            <a:t>Lowest:~300K appointments </a:t>
          </a:r>
        </a:p>
      </dgm:t>
    </dgm:pt>
    <dgm:pt modelId="{334332F9-BCAC-4C2A-A072-237934D1F7FC}" type="parTrans" cxnId="{A34A4643-6DE4-43B9-8FD6-0D0FF3F63F10}">
      <dgm:prSet/>
      <dgm:spPr/>
      <dgm:t>
        <a:bodyPr/>
        <a:lstStyle/>
        <a:p>
          <a:endParaRPr lang="en-GB"/>
        </a:p>
      </dgm:t>
    </dgm:pt>
    <dgm:pt modelId="{972F1E7B-C66B-4F47-9E0D-6D7982BBC9C6}" type="sibTrans" cxnId="{A34A4643-6DE4-43B9-8FD6-0D0FF3F63F10}">
      <dgm:prSet/>
      <dgm:spPr/>
      <dgm:t>
        <a:bodyPr/>
        <a:lstStyle/>
        <a:p>
          <a:endParaRPr lang="en-GB"/>
        </a:p>
      </dgm:t>
    </dgm:pt>
    <dgm:pt modelId="{1CFACE12-9DC3-4F23-9826-EEB6AB075B0C}">
      <dgm:prSet custT="1"/>
      <dgm:spPr/>
      <dgm:t>
        <a:bodyPr/>
        <a:lstStyle/>
        <a:p>
          <a:r>
            <a:rPr lang="en-GB" sz="1800" b="1" dirty="0"/>
            <a:t>Evidence of uneven system pressure across regions </a:t>
          </a:r>
          <a:endParaRPr lang="en-GB" sz="1800" dirty="0"/>
        </a:p>
      </dgm:t>
    </dgm:pt>
    <dgm:pt modelId="{3C28BFAC-4ED4-4939-B42E-BEDE572C2499}" type="parTrans" cxnId="{8E4970DF-AE75-40AE-9239-2FE74CE703CA}">
      <dgm:prSet/>
      <dgm:spPr/>
      <dgm:t>
        <a:bodyPr/>
        <a:lstStyle/>
        <a:p>
          <a:endParaRPr lang="en-GB"/>
        </a:p>
      </dgm:t>
    </dgm:pt>
    <dgm:pt modelId="{3AA7BF13-F922-414A-B0C6-31702BAF2954}" type="sibTrans" cxnId="{8E4970DF-AE75-40AE-9239-2FE74CE703CA}">
      <dgm:prSet/>
      <dgm:spPr/>
      <dgm:t>
        <a:bodyPr/>
        <a:lstStyle/>
        <a:p>
          <a:endParaRPr lang="en-GB"/>
        </a:p>
      </dgm:t>
    </dgm:pt>
    <dgm:pt modelId="{636C25F1-1501-4C9A-98A4-08EF7A92BAEE}">
      <dgm:prSet custT="1"/>
      <dgm:spPr/>
      <dgm:t>
        <a:bodyPr/>
        <a:lstStyle/>
        <a:p>
          <a:r>
            <a:rPr lang="en-GB" sz="1800" b="1" dirty="0"/>
            <a:t>Nationally, mom decline, potential annual reduction ~1.6 million (reduction per month-134603</a:t>
          </a:r>
          <a:endParaRPr lang="en-GB" sz="1800" dirty="0"/>
        </a:p>
      </dgm:t>
    </dgm:pt>
    <dgm:pt modelId="{05FBDFF5-3CA4-4D71-8EBC-23624AAF3CA5}" type="parTrans" cxnId="{96E962F0-E823-4924-ACAF-9DE2011E1463}">
      <dgm:prSet/>
      <dgm:spPr/>
      <dgm:t>
        <a:bodyPr/>
        <a:lstStyle/>
        <a:p>
          <a:endParaRPr lang="en-GB"/>
        </a:p>
      </dgm:t>
    </dgm:pt>
    <dgm:pt modelId="{F0561BA1-4B8C-4BC2-A327-8660FB92450C}" type="sibTrans" cxnId="{96E962F0-E823-4924-ACAF-9DE2011E1463}">
      <dgm:prSet/>
      <dgm:spPr/>
      <dgm:t>
        <a:bodyPr/>
        <a:lstStyle/>
        <a:p>
          <a:endParaRPr lang="en-GB"/>
        </a:p>
      </dgm:t>
    </dgm:pt>
    <dgm:pt modelId="{9DA7C687-971A-49FE-A518-F8FC5D422F54}" type="pres">
      <dgm:prSet presAssocID="{36FD3D8C-4BFA-4C33-9203-970403617EE9}" presName="Name0" presStyleCnt="0">
        <dgm:presLayoutVars>
          <dgm:dir/>
          <dgm:resizeHandles val="exact"/>
        </dgm:presLayoutVars>
      </dgm:prSet>
      <dgm:spPr/>
    </dgm:pt>
    <dgm:pt modelId="{0B32C846-E037-4522-A4DF-29C771BEF41B}" type="pres">
      <dgm:prSet presAssocID="{36FD3D8C-4BFA-4C33-9203-970403617EE9}" presName="fgShape" presStyleLbl="fgShp" presStyleIdx="0" presStyleCnt="1"/>
      <dgm:spPr/>
    </dgm:pt>
    <dgm:pt modelId="{DBF042E1-9369-419B-B2E3-FF7F0C5684FA}" type="pres">
      <dgm:prSet presAssocID="{36FD3D8C-4BFA-4C33-9203-970403617EE9}" presName="linComp" presStyleCnt="0"/>
      <dgm:spPr/>
    </dgm:pt>
    <dgm:pt modelId="{89D9DD9B-F3A6-483B-953A-5C455646FD30}" type="pres">
      <dgm:prSet presAssocID="{01D26E93-B5C7-4C9F-AE88-E5076CE274E1}" presName="compNode" presStyleCnt="0"/>
      <dgm:spPr/>
    </dgm:pt>
    <dgm:pt modelId="{7775299D-0CB4-4597-8E0B-30344FF1FD12}" type="pres">
      <dgm:prSet presAssocID="{01D26E93-B5C7-4C9F-AE88-E5076CE274E1}" presName="bkgdShape" presStyleLbl="node1" presStyleIdx="0" presStyleCnt="5"/>
      <dgm:spPr/>
    </dgm:pt>
    <dgm:pt modelId="{2036C252-469F-4004-AEA1-6BDE0023A20E}" type="pres">
      <dgm:prSet presAssocID="{01D26E93-B5C7-4C9F-AE88-E5076CE274E1}" presName="nodeTx" presStyleLbl="node1" presStyleIdx="0" presStyleCnt="5">
        <dgm:presLayoutVars>
          <dgm:bulletEnabled val="1"/>
        </dgm:presLayoutVars>
      </dgm:prSet>
      <dgm:spPr/>
    </dgm:pt>
    <dgm:pt modelId="{9C46DE11-27DB-4442-8F5B-E60585370610}" type="pres">
      <dgm:prSet presAssocID="{01D26E93-B5C7-4C9F-AE88-E5076CE274E1}" presName="invisiNode" presStyleLbl="node1" presStyleIdx="0" presStyleCnt="5"/>
      <dgm:spPr/>
    </dgm:pt>
    <dgm:pt modelId="{2A1CD2EC-752A-4B02-A305-AAB0AEECCA94}" type="pres">
      <dgm:prSet presAssocID="{01D26E93-B5C7-4C9F-AE88-E5076CE274E1}" presName="imagNode" presStyleLbl="fgImgPlac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031AF539-94A8-4147-8D1C-BB2C5E494CDD}" type="pres">
      <dgm:prSet presAssocID="{F65F969F-CC6A-4129-BD41-AE91074C4B95}" presName="sibTrans" presStyleLbl="sibTrans2D1" presStyleIdx="0" presStyleCnt="0"/>
      <dgm:spPr/>
    </dgm:pt>
    <dgm:pt modelId="{3E731B83-FC82-40C3-ABB5-C981BB9B1334}" type="pres">
      <dgm:prSet presAssocID="{0A17ED56-BDE9-464D-AADF-D8034EE4841D}" presName="compNode" presStyleCnt="0"/>
      <dgm:spPr/>
    </dgm:pt>
    <dgm:pt modelId="{CB3A9547-0920-4C4F-A7BB-04B81DFD72E3}" type="pres">
      <dgm:prSet presAssocID="{0A17ED56-BDE9-464D-AADF-D8034EE4841D}" presName="bkgdShape" presStyleLbl="node1" presStyleIdx="1" presStyleCnt="5"/>
      <dgm:spPr/>
    </dgm:pt>
    <dgm:pt modelId="{D691B4D9-E4A2-41F2-AF9E-6D4A1704B2ED}" type="pres">
      <dgm:prSet presAssocID="{0A17ED56-BDE9-464D-AADF-D8034EE4841D}" presName="nodeTx" presStyleLbl="node1" presStyleIdx="1" presStyleCnt="5">
        <dgm:presLayoutVars>
          <dgm:bulletEnabled val="1"/>
        </dgm:presLayoutVars>
      </dgm:prSet>
      <dgm:spPr/>
    </dgm:pt>
    <dgm:pt modelId="{BA1DCF88-E8D0-4CAE-AD23-6A89AF1AE86B}" type="pres">
      <dgm:prSet presAssocID="{0A17ED56-BDE9-464D-AADF-D8034EE4841D}" presName="invisiNode" presStyleLbl="node1" presStyleIdx="1" presStyleCnt="5"/>
      <dgm:spPr/>
    </dgm:pt>
    <dgm:pt modelId="{41753F72-9F1D-4CDE-9F00-7DC37489D63F}" type="pres">
      <dgm:prSet presAssocID="{0A17ED56-BDE9-464D-AADF-D8034EE4841D}" presName="imagNode" presStyleLbl="fgImgPlac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atistics with solid fill"/>
        </a:ext>
      </dgm:extLst>
    </dgm:pt>
    <dgm:pt modelId="{84719628-8B70-427E-93E1-0F3B9AD2664A}" type="pres">
      <dgm:prSet presAssocID="{758E98EF-A7A8-44C6-8BCE-EFE7EF4347B2}" presName="sibTrans" presStyleLbl="sibTrans2D1" presStyleIdx="0" presStyleCnt="0"/>
      <dgm:spPr/>
    </dgm:pt>
    <dgm:pt modelId="{50DB5ED2-E6E9-4F8B-BD63-E09C77C4FCFF}" type="pres">
      <dgm:prSet presAssocID="{311BFD8A-CBA6-440D-917E-9C15CFFCEA42}" presName="compNode" presStyleCnt="0"/>
      <dgm:spPr/>
    </dgm:pt>
    <dgm:pt modelId="{264F7B0A-38E6-4270-A35A-2199CF2083B8}" type="pres">
      <dgm:prSet presAssocID="{311BFD8A-CBA6-440D-917E-9C15CFFCEA42}" presName="bkgdShape" presStyleLbl="node1" presStyleIdx="2" presStyleCnt="5"/>
      <dgm:spPr/>
    </dgm:pt>
    <dgm:pt modelId="{66BA402A-533D-4833-A800-AC0BBE71C3C8}" type="pres">
      <dgm:prSet presAssocID="{311BFD8A-CBA6-440D-917E-9C15CFFCEA42}" presName="nodeTx" presStyleLbl="node1" presStyleIdx="2" presStyleCnt="5">
        <dgm:presLayoutVars>
          <dgm:bulletEnabled val="1"/>
        </dgm:presLayoutVars>
      </dgm:prSet>
      <dgm:spPr/>
    </dgm:pt>
    <dgm:pt modelId="{2EADD72D-349F-4B27-B9C6-995A3D5BFC9B}" type="pres">
      <dgm:prSet presAssocID="{311BFD8A-CBA6-440D-917E-9C15CFFCEA42}" presName="invisiNode" presStyleLbl="node1" presStyleIdx="2" presStyleCnt="5"/>
      <dgm:spPr/>
    </dgm:pt>
    <dgm:pt modelId="{A5666256-E0C1-41AA-94CA-778DF6BE5BCB}" type="pres">
      <dgm:prSet presAssocID="{311BFD8A-CBA6-440D-917E-9C15CFFCEA42}" presName="imagNode" presStyleLbl="fgImgPlac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Marker with solid fill"/>
        </a:ext>
      </dgm:extLst>
    </dgm:pt>
    <dgm:pt modelId="{44A1F02D-664E-4F86-A756-58EA223E2A81}" type="pres">
      <dgm:prSet presAssocID="{DF47A848-DE10-4F08-8077-3B25C5F27AA6}" presName="sibTrans" presStyleLbl="sibTrans2D1" presStyleIdx="0" presStyleCnt="0"/>
      <dgm:spPr/>
    </dgm:pt>
    <dgm:pt modelId="{DBF75ABB-914B-4806-93F5-AC3D0653A400}" type="pres">
      <dgm:prSet presAssocID="{1CFACE12-9DC3-4F23-9826-EEB6AB075B0C}" presName="compNode" presStyleCnt="0"/>
      <dgm:spPr/>
    </dgm:pt>
    <dgm:pt modelId="{268F7AE8-9C07-47DF-BE74-70E823260ECD}" type="pres">
      <dgm:prSet presAssocID="{1CFACE12-9DC3-4F23-9826-EEB6AB075B0C}" presName="bkgdShape" presStyleLbl="node1" presStyleIdx="3" presStyleCnt="5"/>
      <dgm:spPr/>
    </dgm:pt>
    <dgm:pt modelId="{A4D0520F-65D9-4942-A5FF-29090E77AABE}" type="pres">
      <dgm:prSet presAssocID="{1CFACE12-9DC3-4F23-9826-EEB6AB075B0C}" presName="nodeTx" presStyleLbl="node1" presStyleIdx="3" presStyleCnt="5">
        <dgm:presLayoutVars>
          <dgm:bulletEnabled val="1"/>
        </dgm:presLayoutVars>
      </dgm:prSet>
      <dgm:spPr/>
    </dgm:pt>
    <dgm:pt modelId="{047871E2-2968-449F-8D5A-A33A9A888B33}" type="pres">
      <dgm:prSet presAssocID="{1CFACE12-9DC3-4F23-9826-EEB6AB075B0C}" presName="invisiNode" presStyleLbl="node1" presStyleIdx="3" presStyleCnt="5"/>
      <dgm:spPr/>
    </dgm:pt>
    <dgm:pt modelId="{5EC4BBEF-A1BE-4743-867A-2313A2205B79}" type="pres">
      <dgm:prSet presAssocID="{1CFACE12-9DC3-4F23-9826-EEB6AB075B0C}" presName="imagNode" presStyleLbl="fgImgPlac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Beaker with solid fill"/>
        </a:ext>
      </dgm:extLst>
    </dgm:pt>
    <dgm:pt modelId="{52E12E78-C85D-4DF1-BBDD-EADA82BEC3D4}" type="pres">
      <dgm:prSet presAssocID="{3AA7BF13-F922-414A-B0C6-31702BAF2954}" presName="sibTrans" presStyleLbl="sibTrans2D1" presStyleIdx="0" presStyleCnt="0"/>
      <dgm:spPr/>
    </dgm:pt>
    <dgm:pt modelId="{F9E92D5C-9FE7-4BDC-9E77-6152153321B6}" type="pres">
      <dgm:prSet presAssocID="{636C25F1-1501-4C9A-98A4-08EF7A92BAEE}" presName="compNode" presStyleCnt="0"/>
      <dgm:spPr/>
    </dgm:pt>
    <dgm:pt modelId="{C8D034E8-F5A1-4643-83AF-7A3E75083339}" type="pres">
      <dgm:prSet presAssocID="{636C25F1-1501-4C9A-98A4-08EF7A92BAEE}" presName="bkgdShape" presStyleLbl="node1" presStyleIdx="4" presStyleCnt="5"/>
      <dgm:spPr/>
    </dgm:pt>
    <dgm:pt modelId="{0DE4E78B-B018-4B6E-91CC-13E074F93BBB}" type="pres">
      <dgm:prSet presAssocID="{636C25F1-1501-4C9A-98A4-08EF7A92BAEE}" presName="nodeTx" presStyleLbl="node1" presStyleIdx="4" presStyleCnt="5">
        <dgm:presLayoutVars>
          <dgm:bulletEnabled val="1"/>
        </dgm:presLayoutVars>
      </dgm:prSet>
      <dgm:spPr/>
    </dgm:pt>
    <dgm:pt modelId="{64F0E0B2-6B0A-4BAF-B8A7-E0284D5F4C3C}" type="pres">
      <dgm:prSet presAssocID="{636C25F1-1501-4C9A-98A4-08EF7A92BAEE}" presName="invisiNode" presStyleLbl="node1" presStyleIdx="4" presStyleCnt="5"/>
      <dgm:spPr/>
    </dgm:pt>
    <dgm:pt modelId="{A98676BA-47BB-4BEF-A555-86992514008E}" type="pres">
      <dgm:prSet presAssocID="{636C25F1-1501-4C9A-98A4-08EF7A92BAEE}" presName="imagNode" presStyleLbl="fgImgPlac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 with solid fill"/>
        </a:ext>
      </dgm:extLst>
    </dgm:pt>
  </dgm:ptLst>
  <dgm:cxnLst>
    <dgm:cxn modelId="{31499903-38A8-402C-875F-EC05C4E99AE8}" type="presOf" srcId="{676A255B-6E3A-48EA-B7FA-49514406B689}" destId="{264F7B0A-38E6-4270-A35A-2199CF2083B8}" srcOrd="0" destOrd="1" presId="urn:microsoft.com/office/officeart/2005/8/layout/hList7"/>
    <dgm:cxn modelId="{E46C4913-3479-4EAE-B4A5-A384449A96EC}" type="presOf" srcId="{0A17ED56-BDE9-464D-AADF-D8034EE4841D}" destId="{D691B4D9-E4A2-41F2-AF9E-6D4A1704B2ED}" srcOrd="1" destOrd="0" presId="urn:microsoft.com/office/officeart/2005/8/layout/hList7"/>
    <dgm:cxn modelId="{FBF8E613-8163-4BD6-9D37-0B8406DA7D8B}" type="presOf" srcId="{636C25F1-1501-4C9A-98A4-08EF7A92BAEE}" destId="{C8D034E8-F5A1-4643-83AF-7A3E75083339}" srcOrd="0" destOrd="0" presId="urn:microsoft.com/office/officeart/2005/8/layout/hList7"/>
    <dgm:cxn modelId="{9A27901C-3C67-4A97-A2D0-77D3B806F429}" type="presOf" srcId="{409A2EEF-A457-4DFC-A9FF-F1E55471E565}" destId="{264F7B0A-38E6-4270-A35A-2199CF2083B8}" srcOrd="0" destOrd="2" presId="urn:microsoft.com/office/officeart/2005/8/layout/hList7"/>
    <dgm:cxn modelId="{BBDC1E20-5333-4D9A-92B2-3F7D1F27AB2F}" srcId="{36FD3D8C-4BFA-4C33-9203-970403617EE9}" destId="{01D26E93-B5C7-4C9F-AE88-E5076CE274E1}" srcOrd="0" destOrd="0" parTransId="{AC9C2B4D-9868-43DF-8B89-976F5EC2ADD9}" sibTransId="{F65F969F-CC6A-4129-BD41-AE91074C4B95}"/>
    <dgm:cxn modelId="{BBF00B2D-8B6F-4194-BE7A-B0891DB3AE58}" type="presOf" srcId="{0A17ED56-BDE9-464D-AADF-D8034EE4841D}" destId="{CB3A9547-0920-4C4F-A7BB-04B81DFD72E3}" srcOrd="0" destOrd="0" presId="urn:microsoft.com/office/officeart/2005/8/layout/hList7"/>
    <dgm:cxn modelId="{B3BF8D31-CD48-4500-B650-D001B131EC15}" type="presOf" srcId="{F65F969F-CC6A-4129-BD41-AE91074C4B95}" destId="{031AF539-94A8-4147-8D1C-BB2C5E494CDD}" srcOrd="0" destOrd="0" presId="urn:microsoft.com/office/officeart/2005/8/layout/hList7"/>
    <dgm:cxn modelId="{7E197432-FB0E-4D36-97A4-FEA7B220F35A}" type="presOf" srcId="{1CFACE12-9DC3-4F23-9826-EEB6AB075B0C}" destId="{A4D0520F-65D9-4942-A5FF-29090E77AABE}" srcOrd="1" destOrd="0" presId="urn:microsoft.com/office/officeart/2005/8/layout/hList7"/>
    <dgm:cxn modelId="{A34A4643-6DE4-43B9-8FD6-0D0FF3F63F10}" srcId="{311BFD8A-CBA6-440D-917E-9C15CFFCEA42}" destId="{409A2EEF-A457-4DFC-A9FF-F1E55471E565}" srcOrd="1" destOrd="0" parTransId="{334332F9-BCAC-4C2A-A072-237934D1F7FC}" sibTransId="{972F1E7B-C66B-4F47-9E0D-6D7982BBC9C6}"/>
    <dgm:cxn modelId="{BF921F66-A807-4231-8BA7-C12888AEEC0B}" type="presOf" srcId="{DF47A848-DE10-4F08-8077-3B25C5F27AA6}" destId="{44A1F02D-664E-4F86-A756-58EA223E2A81}" srcOrd="0" destOrd="0" presId="urn:microsoft.com/office/officeart/2005/8/layout/hList7"/>
    <dgm:cxn modelId="{CF66D868-29BB-4600-A8F7-68CB35C3E509}" type="presOf" srcId="{01D26E93-B5C7-4C9F-AE88-E5076CE274E1}" destId="{7775299D-0CB4-4597-8E0B-30344FF1FD12}" srcOrd="0" destOrd="0" presId="urn:microsoft.com/office/officeart/2005/8/layout/hList7"/>
    <dgm:cxn modelId="{9DB3014A-9D50-4AA9-8108-0FF6E6CB12A8}" srcId="{311BFD8A-CBA6-440D-917E-9C15CFFCEA42}" destId="{676A255B-6E3A-48EA-B7FA-49514406B689}" srcOrd="0" destOrd="0" parTransId="{50FD0A2A-A7A4-4390-9AB3-6AFD3E9A50ED}" sibTransId="{5E7F757F-37B3-4480-B417-8C4CEB302DE8}"/>
    <dgm:cxn modelId="{D07B236D-E255-4232-A6B2-0875E2A7A202}" type="presOf" srcId="{311BFD8A-CBA6-440D-917E-9C15CFFCEA42}" destId="{66BA402A-533D-4833-A800-AC0BBE71C3C8}" srcOrd="1" destOrd="0" presId="urn:microsoft.com/office/officeart/2005/8/layout/hList7"/>
    <dgm:cxn modelId="{5368706F-7863-49C4-B417-42E248B6ED3C}" type="presOf" srcId="{311BFD8A-CBA6-440D-917E-9C15CFFCEA42}" destId="{264F7B0A-38E6-4270-A35A-2199CF2083B8}" srcOrd="0" destOrd="0" presId="urn:microsoft.com/office/officeart/2005/8/layout/hList7"/>
    <dgm:cxn modelId="{B84EB281-1BE2-4A0B-AFFD-D97B867E79C8}" type="presOf" srcId="{636C25F1-1501-4C9A-98A4-08EF7A92BAEE}" destId="{0DE4E78B-B018-4B6E-91CC-13E074F93BBB}" srcOrd="1" destOrd="0" presId="urn:microsoft.com/office/officeart/2005/8/layout/hList7"/>
    <dgm:cxn modelId="{93DC0F9E-BEDD-49B4-90F2-515396057EE4}" type="presOf" srcId="{36FD3D8C-4BFA-4C33-9203-970403617EE9}" destId="{9DA7C687-971A-49FE-A518-F8FC5D422F54}" srcOrd="0" destOrd="0" presId="urn:microsoft.com/office/officeart/2005/8/layout/hList7"/>
    <dgm:cxn modelId="{5BBB9CA6-D2AC-4675-A22B-C9C6461ECFE1}" srcId="{36FD3D8C-4BFA-4C33-9203-970403617EE9}" destId="{311BFD8A-CBA6-440D-917E-9C15CFFCEA42}" srcOrd="2" destOrd="0" parTransId="{D985B57A-3100-493C-91C3-071B401C270D}" sibTransId="{DF47A848-DE10-4F08-8077-3B25C5F27AA6}"/>
    <dgm:cxn modelId="{97CDCDA8-31C0-48B1-BFA2-AFDD9A39F72B}" srcId="{36FD3D8C-4BFA-4C33-9203-970403617EE9}" destId="{0A17ED56-BDE9-464D-AADF-D8034EE4841D}" srcOrd="1" destOrd="0" parTransId="{04181CA5-94B3-45FC-BB2B-05A52552303E}" sibTransId="{758E98EF-A7A8-44C6-8BCE-EFE7EF4347B2}"/>
    <dgm:cxn modelId="{4708D9B4-A28D-43A2-BCA3-38E5B74F5708}" type="presOf" srcId="{676A255B-6E3A-48EA-B7FA-49514406B689}" destId="{66BA402A-533D-4833-A800-AC0BBE71C3C8}" srcOrd="1" destOrd="1" presId="urn:microsoft.com/office/officeart/2005/8/layout/hList7"/>
    <dgm:cxn modelId="{E21852B5-B254-4A85-92A7-501A452CD503}" type="presOf" srcId="{01D26E93-B5C7-4C9F-AE88-E5076CE274E1}" destId="{2036C252-469F-4004-AEA1-6BDE0023A20E}" srcOrd="1" destOrd="0" presId="urn:microsoft.com/office/officeart/2005/8/layout/hList7"/>
    <dgm:cxn modelId="{5A2E5FC0-4633-4D19-9A84-E1167D487D0D}" type="presOf" srcId="{3AA7BF13-F922-414A-B0C6-31702BAF2954}" destId="{52E12E78-C85D-4DF1-BBDD-EADA82BEC3D4}" srcOrd="0" destOrd="0" presId="urn:microsoft.com/office/officeart/2005/8/layout/hList7"/>
    <dgm:cxn modelId="{4CAE97CD-758F-40B2-A19D-6327C5EBF43A}" type="presOf" srcId="{758E98EF-A7A8-44C6-8BCE-EFE7EF4347B2}" destId="{84719628-8B70-427E-93E1-0F3B9AD2664A}" srcOrd="0" destOrd="0" presId="urn:microsoft.com/office/officeart/2005/8/layout/hList7"/>
    <dgm:cxn modelId="{8E4970DF-AE75-40AE-9239-2FE74CE703CA}" srcId="{36FD3D8C-4BFA-4C33-9203-970403617EE9}" destId="{1CFACE12-9DC3-4F23-9826-EEB6AB075B0C}" srcOrd="3" destOrd="0" parTransId="{3C28BFAC-4ED4-4939-B42E-BEDE572C2499}" sibTransId="{3AA7BF13-F922-414A-B0C6-31702BAF2954}"/>
    <dgm:cxn modelId="{F92E6CE8-D7EA-4251-831B-34BEA859C5A7}" type="presOf" srcId="{1CFACE12-9DC3-4F23-9826-EEB6AB075B0C}" destId="{268F7AE8-9C07-47DF-BE74-70E823260ECD}" srcOrd="0" destOrd="0" presId="urn:microsoft.com/office/officeart/2005/8/layout/hList7"/>
    <dgm:cxn modelId="{96E962F0-E823-4924-ACAF-9DE2011E1463}" srcId="{36FD3D8C-4BFA-4C33-9203-970403617EE9}" destId="{636C25F1-1501-4C9A-98A4-08EF7A92BAEE}" srcOrd="4" destOrd="0" parTransId="{05FBDFF5-3CA4-4D71-8EBC-23624AAF3CA5}" sibTransId="{F0561BA1-4B8C-4BC2-A327-8660FB92450C}"/>
    <dgm:cxn modelId="{E9A456FD-68CD-4DA1-BB3E-E0F9EDACFAED}" type="presOf" srcId="{409A2EEF-A457-4DFC-A9FF-F1E55471E565}" destId="{66BA402A-533D-4833-A800-AC0BBE71C3C8}" srcOrd="1" destOrd="2" presId="urn:microsoft.com/office/officeart/2005/8/layout/hList7"/>
    <dgm:cxn modelId="{C62C1005-15AB-4685-ACBA-6437E0AD7520}" type="presParOf" srcId="{9DA7C687-971A-49FE-A518-F8FC5D422F54}" destId="{0B32C846-E037-4522-A4DF-29C771BEF41B}" srcOrd="0" destOrd="0" presId="urn:microsoft.com/office/officeart/2005/8/layout/hList7"/>
    <dgm:cxn modelId="{27E8E675-C693-448E-96D3-35686319C4EC}" type="presParOf" srcId="{9DA7C687-971A-49FE-A518-F8FC5D422F54}" destId="{DBF042E1-9369-419B-B2E3-FF7F0C5684FA}" srcOrd="1" destOrd="0" presId="urn:microsoft.com/office/officeart/2005/8/layout/hList7"/>
    <dgm:cxn modelId="{B511A2C7-641D-40D9-BFEF-3475475451DA}" type="presParOf" srcId="{DBF042E1-9369-419B-B2E3-FF7F0C5684FA}" destId="{89D9DD9B-F3A6-483B-953A-5C455646FD30}" srcOrd="0" destOrd="0" presId="urn:microsoft.com/office/officeart/2005/8/layout/hList7"/>
    <dgm:cxn modelId="{CBFEE9B6-ACB8-44D3-B296-F6CE2B31858C}" type="presParOf" srcId="{89D9DD9B-F3A6-483B-953A-5C455646FD30}" destId="{7775299D-0CB4-4597-8E0B-30344FF1FD12}" srcOrd="0" destOrd="0" presId="urn:microsoft.com/office/officeart/2005/8/layout/hList7"/>
    <dgm:cxn modelId="{F6678CAF-9094-4F98-BCC6-A9E3FD306000}" type="presParOf" srcId="{89D9DD9B-F3A6-483B-953A-5C455646FD30}" destId="{2036C252-469F-4004-AEA1-6BDE0023A20E}" srcOrd="1" destOrd="0" presId="urn:microsoft.com/office/officeart/2005/8/layout/hList7"/>
    <dgm:cxn modelId="{EBD2277C-CD85-4F2D-A37C-B798BD4DBBC0}" type="presParOf" srcId="{89D9DD9B-F3A6-483B-953A-5C455646FD30}" destId="{9C46DE11-27DB-4442-8F5B-E60585370610}" srcOrd="2" destOrd="0" presId="urn:microsoft.com/office/officeart/2005/8/layout/hList7"/>
    <dgm:cxn modelId="{F7CDD0A2-97FA-40AA-808E-56790000844E}" type="presParOf" srcId="{89D9DD9B-F3A6-483B-953A-5C455646FD30}" destId="{2A1CD2EC-752A-4B02-A305-AAB0AEECCA94}" srcOrd="3" destOrd="0" presId="urn:microsoft.com/office/officeart/2005/8/layout/hList7"/>
    <dgm:cxn modelId="{EBABA009-04E1-4590-95E9-49A032EB4B97}" type="presParOf" srcId="{DBF042E1-9369-419B-B2E3-FF7F0C5684FA}" destId="{031AF539-94A8-4147-8D1C-BB2C5E494CDD}" srcOrd="1" destOrd="0" presId="urn:microsoft.com/office/officeart/2005/8/layout/hList7"/>
    <dgm:cxn modelId="{F1FC0778-D87B-49D6-BF94-E843369C7378}" type="presParOf" srcId="{DBF042E1-9369-419B-B2E3-FF7F0C5684FA}" destId="{3E731B83-FC82-40C3-ABB5-C981BB9B1334}" srcOrd="2" destOrd="0" presId="urn:microsoft.com/office/officeart/2005/8/layout/hList7"/>
    <dgm:cxn modelId="{D57D897B-1786-46FD-9882-A5CFD8022F03}" type="presParOf" srcId="{3E731B83-FC82-40C3-ABB5-C981BB9B1334}" destId="{CB3A9547-0920-4C4F-A7BB-04B81DFD72E3}" srcOrd="0" destOrd="0" presId="urn:microsoft.com/office/officeart/2005/8/layout/hList7"/>
    <dgm:cxn modelId="{D5A7F1F9-F83E-4F1E-A3F9-5DC222434F09}" type="presParOf" srcId="{3E731B83-FC82-40C3-ABB5-C981BB9B1334}" destId="{D691B4D9-E4A2-41F2-AF9E-6D4A1704B2ED}" srcOrd="1" destOrd="0" presId="urn:microsoft.com/office/officeart/2005/8/layout/hList7"/>
    <dgm:cxn modelId="{7D97B615-EE90-420D-B4D8-55687C1C672F}" type="presParOf" srcId="{3E731B83-FC82-40C3-ABB5-C981BB9B1334}" destId="{BA1DCF88-E8D0-4CAE-AD23-6A89AF1AE86B}" srcOrd="2" destOrd="0" presId="urn:microsoft.com/office/officeart/2005/8/layout/hList7"/>
    <dgm:cxn modelId="{5D7D7ACA-9A6C-43FB-ABF2-67D8996A0EAC}" type="presParOf" srcId="{3E731B83-FC82-40C3-ABB5-C981BB9B1334}" destId="{41753F72-9F1D-4CDE-9F00-7DC37489D63F}" srcOrd="3" destOrd="0" presId="urn:microsoft.com/office/officeart/2005/8/layout/hList7"/>
    <dgm:cxn modelId="{70B47BCE-8E00-43B4-BC30-26893AD4CCD3}" type="presParOf" srcId="{DBF042E1-9369-419B-B2E3-FF7F0C5684FA}" destId="{84719628-8B70-427E-93E1-0F3B9AD2664A}" srcOrd="3" destOrd="0" presId="urn:microsoft.com/office/officeart/2005/8/layout/hList7"/>
    <dgm:cxn modelId="{CBBC479E-39F1-43FE-B3BA-06AB6F1F47B2}" type="presParOf" srcId="{DBF042E1-9369-419B-B2E3-FF7F0C5684FA}" destId="{50DB5ED2-E6E9-4F8B-BD63-E09C77C4FCFF}" srcOrd="4" destOrd="0" presId="urn:microsoft.com/office/officeart/2005/8/layout/hList7"/>
    <dgm:cxn modelId="{057D4D4F-DC58-40F8-9ADF-281A9F1B04A9}" type="presParOf" srcId="{50DB5ED2-E6E9-4F8B-BD63-E09C77C4FCFF}" destId="{264F7B0A-38E6-4270-A35A-2199CF2083B8}" srcOrd="0" destOrd="0" presId="urn:microsoft.com/office/officeart/2005/8/layout/hList7"/>
    <dgm:cxn modelId="{8F33715F-2085-414D-A150-11BDD544E631}" type="presParOf" srcId="{50DB5ED2-E6E9-4F8B-BD63-E09C77C4FCFF}" destId="{66BA402A-533D-4833-A800-AC0BBE71C3C8}" srcOrd="1" destOrd="0" presId="urn:microsoft.com/office/officeart/2005/8/layout/hList7"/>
    <dgm:cxn modelId="{63718B0F-75A4-40CA-85AA-C0905338EAFC}" type="presParOf" srcId="{50DB5ED2-E6E9-4F8B-BD63-E09C77C4FCFF}" destId="{2EADD72D-349F-4B27-B9C6-995A3D5BFC9B}" srcOrd="2" destOrd="0" presId="urn:microsoft.com/office/officeart/2005/8/layout/hList7"/>
    <dgm:cxn modelId="{A328EA94-4384-4C03-A673-1BFDA160D2C9}" type="presParOf" srcId="{50DB5ED2-E6E9-4F8B-BD63-E09C77C4FCFF}" destId="{A5666256-E0C1-41AA-94CA-778DF6BE5BCB}" srcOrd="3" destOrd="0" presId="urn:microsoft.com/office/officeart/2005/8/layout/hList7"/>
    <dgm:cxn modelId="{77BB3D92-228E-46A9-8B01-B2B41FAFDC61}" type="presParOf" srcId="{DBF042E1-9369-419B-B2E3-FF7F0C5684FA}" destId="{44A1F02D-664E-4F86-A756-58EA223E2A81}" srcOrd="5" destOrd="0" presId="urn:microsoft.com/office/officeart/2005/8/layout/hList7"/>
    <dgm:cxn modelId="{19F74D1F-C1E3-4BBF-A7F3-A7138B70BD36}" type="presParOf" srcId="{DBF042E1-9369-419B-B2E3-FF7F0C5684FA}" destId="{DBF75ABB-914B-4806-93F5-AC3D0653A400}" srcOrd="6" destOrd="0" presId="urn:microsoft.com/office/officeart/2005/8/layout/hList7"/>
    <dgm:cxn modelId="{D4F499FF-A1CA-418E-8282-AF011AC65A1D}" type="presParOf" srcId="{DBF75ABB-914B-4806-93F5-AC3D0653A400}" destId="{268F7AE8-9C07-47DF-BE74-70E823260ECD}" srcOrd="0" destOrd="0" presId="urn:microsoft.com/office/officeart/2005/8/layout/hList7"/>
    <dgm:cxn modelId="{161CA03F-3A7A-4393-A665-B7218D70F2CC}" type="presParOf" srcId="{DBF75ABB-914B-4806-93F5-AC3D0653A400}" destId="{A4D0520F-65D9-4942-A5FF-29090E77AABE}" srcOrd="1" destOrd="0" presId="urn:microsoft.com/office/officeart/2005/8/layout/hList7"/>
    <dgm:cxn modelId="{46E96586-6D7B-4E62-BBAA-F8188EA1FCC7}" type="presParOf" srcId="{DBF75ABB-914B-4806-93F5-AC3D0653A400}" destId="{047871E2-2968-449F-8D5A-A33A9A888B33}" srcOrd="2" destOrd="0" presId="urn:microsoft.com/office/officeart/2005/8/layout/hList7"/>
    <dgm:cxn modelId="{4286CF37-8FE0-49FB-8E58-66C635A317FF}" type="presParOf" srcId="{DBF75ABB-914B-4806-93F5-AC3D0653A400}" destId="{5EC4BBEF-A1BE-4743-867A-2313A2205B79}" srcOrd="3" destOrd="0" presId="urn:microsoft.com/office/officeart/2005/8/layout/hList7"/>
    <dgm:cxn modelId="{10EFC0CE-6C9B-4120-B2DC-80979E998678}" type="presParOf" srcId="{DBF042E1-9369-419B-B2E3-FF7F0C5684FA}" destId="{52E12E78-C85D-4DF1-BBDD-EADA82BEC3D4}" srcOrd="7" destOrd="0" presId="urn:microsoft.com/office/officeart/2005/8/layout/hList7"/>
    <dgm:cxn modelId="{41FEBBC6-16D9-4EAE-96B4-6B787E054B55}" type="presParOf" srcId="{DBF042E1-9369-419B-B2E3-FF7F0C5684FA}" destId="{F9E92D5C-9FE7-4BDC-9E77-6152153321B6}" srcOrd="8" destOrd="0" presId="urn:microsoft.com/office/officeart/2005/8/layout/hList7"/>
    <dgm:cxn modelId="{F9AF41CD-ED7B-438C-91C5-93F4813E3A3B}" type="presParOf" srcId="{F9E92D5C-9FE7-4BDC-9E77-6152153321B6}" destId="{C8D034E8-F5A1-4643-83AF-7A3E75083339}" srcOrd="0" destOrd="0" presId="urn:microsoft.com/office/officeart/2005/8/layout/hList7"/>
    <dgm:cxn modelId="{D5D218CF-2C4D-427F-B643-54EE8FFFC828}" type="presParOf" srcId="{F9E92D5C-9FE7-4BDC-9E77-6152153321B6}" destId="{0DE4E78B-B018-4B6E-91CC-13E074F93BBB}" srcOrd="1" destOrd="0" presId="urn:microsoft.com/office/officeart/2005/8/layout/hList7"/>
    <dgm:cxn modelId="{5CD5B23D-CB38-4B48-B648-9064F4733964}" type="presParOf" srcId="{F9E92D5C-9FE7-4BDC-9E77-6152153321B6}" destId="{64F0E0B2-6B0A-4BAF-B8A7-E0284D5F4C3C}" srcOrd="2" destOrd="0" presId="urn:microsoft.com/office/officeart/2005/8/layout/hList7"/>
    <dgm:cxn modelId="{B8E4133F-7746-4614-A102-161F93FD4C96}" type="presParOf" srcId="{F9E92D5C-9FE7-4BDC-9E77-6152153321B6}" destId="{A98676BA-47BB-4BEF-A555-86992514008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1A0863-9670-455A-BA91-E24F913A623E}" type="doc">
      <dgm:prSet loTypeId="urn:microsoft.com/office/officeart/2005/8/layout/p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5E7DDBC2-6E44-4090-84B0-7C4C29B2E22D}">
      <dgm:prSet phldrT="[Text]"/>
      <dgm:spPr/>
      <dgm:t>
        <a:bodyPr/>
        <a:lstStyle/>
        <a:p>
          <a:pPr>
            <a:buNone/>
          </a:pPr>
          <a:r>
            <a:rPr lang="en-GB" dirty="0"/>
            <a:t>Tweets are mainly focused on </a:t>
          </a:r>
          <a:r>
            <a:rPr lang="en-GB" b="1" dirty="0"/>
            <a:t>healthcare topics</a:t>
          </a:r>
          <a:r>
            <a:rPr lang="en-GB" dirty="0"/>
            <a:t>, </a:t>
          </a:r>
          <a:r>
            <a:rPr lang="en-GB" b="1" dirty="0"/>
            <a:t>jobs, AI and medical related</a:t>
          </a:r>
          <a:r>
            <a:rPr lang="en-GB" dirty="0"/>
            <a:t>.</a:t>
          </a:r>
        </a:p>
      </dgm:t>
    </dgm:pt>
    <dgm:pt modelId="{544B670D-E3B0-4B9B-BF37-97EA0424EE93}" type="parTrans" cxnId="{765AB2A3-E799-4904-8334-FE9F26B73BE3}">
      <dgm:prSet/>
      <dgm:spPr/>
      <dgm:t>
        <a:bodyPr/>
        <a:lstStyle/>
        <a:p>
          <a:endParaRPr lang="en-GB"/>
        </a:p>
      </dgm:t>
    </dgm:pt>
    <dgm:pt modelId="{6AE61533-526A-49BC-B666-2C534E040B79}" type="sibTrans" cxnId="{765AB2A3-E799-4904-8334-FE9F26B73BE3}">
      <dgm:prSet/>
      <dgm:spPr/>
      <dgm:t>
        <a:bodyPr/>
        <a:lstStyle/>
        <a:p>
          <a:endParaRPr lang="en-GB"/>
        </a:p>
      </dgm:t>
    </dgm:pt>
    <dgm:pt modelId="{87DA8BDD-ECD5-4012-892B-3BE68BE839AD}">
      <dgm:prSet phldrT="[Text]"/>
      <dgm:spPr/>
      <dgm:t>
        <a:bodyPr/>
        <a:lstStyle/>
        <a:p>
          <a:pPr>
            <a:buNone/>
          </a:pPr>
          <a:r>
            <a:rPr lang="en-GB" dirty="0"/>
            <a:t>Engagement is </a:t>
          </a:r>
          <a:r>
            <a:rPr lang="en-GB" b="1" dirty="0"/>
            <a:t>highly uneven, </a:t>
          </a:r>
          <a:r>
            <a:rPr lang="en-GB" dirty="0"/>
            <a:t>most tweets receive low interaction, while a few gain very high visibility.</a:t>
          </a:r>
        </a:p>
      </dgm:t>
    </dgm:pt>
    <dgm:pt modelId="{C7DA7FB0-BD47-471C-A067-0ED5F54576F5}" type="parTrans" cxnId="{E5241E6D-3E78-4019-8F54-E7478F491C3D}">
      <dgm:prSet/>
      <dgm:spPr/>
      <dgm:t>
        <a:bodyPr/>
        <a:lstStyle/>
        <a:p>
          <a:endParaRPr lang="en-GB"/>
        </a:p>
      </dgm:t>
    </dgm:pt>
    <dgm:pt modelId="{F8113639-B21F-4C3A-B7DD-859BF1C8EFC3}" type="sibTrans" cxnId="{E5241E6D-3E78-4019-8F54-E7478F491C3D}">
      <dgm:prSet/>
      <dgm:spPr/>
      <dgm:t>
        <a:bodyPr/>
        <a:lstStyle/>
        <a:p>
          <a:endParaRPr lang="en-GB"/>
        </a:p>
      </dgm:t>
    </dgm:pt>
    <dgm:pt modelId="{1F7F0788-CE1F-4033-8E4D-F1F5CCBC57C8}">
      <dgm:prSet phldrT="[Text]"/>
      <dgm:spPr/>
      <dgm:t>
        <a:bodyPr/>
        <a:lstStyle/>
        <a:p>
          <a:pPr>
            <a:buNone/>
          </a:pPr>
          <a:r>
            <a:rPr lang="en-GB" dirty="0"/>
            <a:t>Sentiment is mostly </a:t>
          </a:r>
          <a:r>
            <a:rPr lang="en-GB" b="1" dirty="0"/>
            <a:t>positive or neutral.</a:t>
          </a:r>
          <a:endParaRPr lang="en-GB" dirty="0"/>
        </a:p>
      </dgm:t>
    </dgm:pt>
    <dgm:pt modelId="{D4759D5B-99DE-4B36-9226-0B454018C65A}" type="parTrans" cxnId="{FC2BA291-B6DD-4361-8721-F3F0AEF3D574}">
      <dgm:prSet/>
      <dgm:spPr/>
      <dgm:t>
        <a:bodyPr/>
        <a:lstStyle/>
        <a:p>
          <a:endParaRPr lang="en-GB"/>
        </a:p>
      </dgm:t>
    </dgm:pt>
    <dgm:pt modelId="{5672B3F2-C1B4-4799-9148-ACA3D5C244E5}" type="sibTrans" cxnId="{FC2BA291-B6DD-4361-8721-F3F0AEF3D574}">
      <dgm:prSet/>
      <dgm:spPr/>
      <dgm:t>
        <a:bodyPr/>
        <a:lstStyle/>
        <a:p>
          <a:endParaRPr lang="en-GB"/>
        </a:p>
      </dgm:t>
    </dgm:pt>
    <dgm:pt modelId="{E67797E9-9B74-4A5D-B4B1-164B03D79DF8}" type="pres">
      <dgm:prSet presAssocID="{3B1A0863-9670-455A-BA91-E24F913A623E}" presName="Name0" presStyleCnt="0">
        <dgm:presLayoutVars>
          <dgm:dir/>
          <dgm:resizeHandles val="exact"/>
        </dgm:presLayoutVars>
      </dgm:prSet>
      <dgm:spPr/>
    </dgm:pt>
    <dgm:pt modelId="{BFB4324B-D72F-4912-9BED-723F0073BEDC}" type="pres">
      <dgm:prSet presAssocID="{3B1A0863-9670-455A-BA91-E24F913A623E}" presName="bkgdShp" presStyleLbl="alignAccFollowNode1" presStyleIdx="0" presStyleCnt="1" custScaleY="100253"/>
      <dgm:spPr/>
    </dgm:pt>
    <dgm:pt modelId="{0C3C849A-36B7-41BC-9573-FC87E2F07569}" type="pres">
      <dgm:prSet presAssocID="{3B1A0863-9670-455A-BA91-E24F913A623E}" presName="linComp" presStyleCnt="0"/>
      <dgm:spPr/>
    </dgm:pt>
    <dgm:pt modelId="{F829931A-7528-4D41-9F9E-F1A63F8C34AC}" type="pres">
      <dgm:prSet presAssocID="{5E7DDBC2-6E44-4090-84B0-7C4C29B2E22D}" presName="compNode" presStyleCnt="0"/>
      <dgm:spPr/>
    </dgm:pt>
    <dgm:pt modelId="{8727CAC6-1142-4C03-A34F-08B65855BFBC}" type="pres">
      <dgm:prSet presAssocID="{5E7DDBC2-6E44-4090-84B0-7C4C29B2E22D}" presName="node" presStyleLbl="node1" presStyleIdx="0" presStyleCnt="3">
        <dgm:presLayoutVars>
          <dgm:bulletEnabled val="1"/>
        </dgm:presLayoutVars>
      </dgm:prSet>
      <dgm:spPr/>
    </dgm:pt>
    <dgm:pt modelId="{AAC0FB4C-AD98-4342-83B8-B79E39923449}" type="pres">
      <dgm:prSet presAssocID="{5E7DDBC2-6E44-4090-84B0-7C4C29B2E22D}" presName="invisiNode" presStyleLbl="node1" presStyleIdx="0" presStyleCnt="3"/>
      <dgm:spPr/>
    </dgm:pt>
    <dgm:pt modelId="{D6139751-3E0F-48B8-A036-7521CD411A9B}" type="pres">
      <dgm:prSet presAssocID="{5E7DDBC2-6E44-4090-84B0-7C4C29B2E22D}" presName="imagNode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7000" r="-7000"/>
          </a:stretch>
        </a:blipFill>
      </dgm:spPr>
    </dgm:pt>
    <dgm:pt modelId="{8EB5AD0E-3332-40FC-A22F-EAED65F69FC3}" type="pres">
      <dgm:prSet presAssocID="{6AE61533-526A-49BC-B666-2C534E040B79}" presName="sibTrans" presStyleLbl="sibTrans2D1" presStyleIdx="0" presStyleCnt="0"/>
      <dgm:spPr/>
    </dgm:pt>
    <dgm:pt modelId="{C0CAF632-D926-4AF0-B036-6C4C023F4241}" type="pres">
      <dgm:prSet presAssocID="{87DA8BDD-ECD5-4012-892B-3BE68BE839AD}" presName="compNode" presStyleCnt="0"/>
      <dgm:spPr/>
    </dgm:pt>
    <dgm:pt modelId="{E391E561-D1A9-4D99-BAE9-D0A19C7E5A44}" type="pres">
      <dgm:prSet presAssocID="{87DA8BDD-ECD5-4012-892B-3BE68BE839AD}" presName="node" presStyleLbl="node1" presStyleIdx="1" presStyleCnt="3">
        <dgm:presLayoutVars>
          <dgm:bulletEnabled val="1"/>
        </dgm:presLayoutVars>
      </dgm:prSet>
      <dgm:spPr/>
    </dgm:pt>
    <dgm:pt modelId="{652C13D7-482A-4435-B025-D704BD42E2EE}" type="pres">
      <dgm:prSet presAssocID="{87DA8BDD-ECD5-4012-892B-3BE68BE839AD}" presName="invisiNode" presStyleLbl="node1" presStyleIdx="1" presStyleCnt="3"/>
      <dgm:spPr/>
    </dgm:pt>
    <dgm:pt modelId="{7B57B7EA-2271-4B32-B94C-3D8181D059D7}" type="pres">
      <dgm:prSet presAssocID="{87DA8BDD-ECD5-4012-892B-3BE68BE839AD}" presName="imagNode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</dgm:spPr>
    </dgm:pt>
    <dgm:pt modelId="{04CF7D60-8A85-44D3-A25A-AEE1372E8007}" type="pres">
      <dgm:prSet presAssocID="{F8113639-B21F-4C3A-B7DD-859BF1C8EFC3}" presName="sibTrans" presStyleLbl="sibTrans2D1" presStyleIdx="0" presStyleCnt="0"/>
      <dgm:spPr/>
    </dgm:pt>
    <dgm:pt modelId="{7DCFD7D9-66EE-4072-AF6A-0D462488F370}" type="pres">
      <dgm:prSet presAssocID="{1F7F0788-CE1F-4033-8E4D-F1F5CCBC57C8}" presName="compNode" presStyleCnt="0"/>
      <dgm:spPr/>
    </dgm:pt>
    <dgm:pt modelId="{7FD54015-E7DB-4C20-94EC-B3AE8583DA7C}" type="pres">
      <dgm:prSet presAssocID="{1F7F0788-CE1F-4033-8E4D-F1F5CCBC57C8}" presName="node" presStyleLbl="node1" presStyleIdx="2" presStyleCnt="3">
        <dgm:presLayoutVars>
          <dgm:bulletEnabled val="1"/>
        </dgm:presLayoutVars>
      </dgm:prSet>
      <dgm:spPr/>
    </dgm:pt>
    <dgm:pt modelId="{23E07052-BB0A-4D4E-865B-5212CE836D83}" type="pres">
      <dgm:prSet presAssocID="{1F7F0788-CE1F-4033-8E4D-F1F5CCBC57C8}" presName="invisiNode" presStyleLbl="node1" presStyleIdx="2" presStyleCnt="3"/>
      <dgm:spPr/>
    </dgm:pt>
    <dgm:pt modelId="{42783B6E-317C-4CCB-96F7-BD3F6A122303}" type="pres">
      <dgm:prSet presAssocID="{1F7F0788-CE1F-4033-8E4D-F1F5CCBC57C8}" presName="imagNode" presStyleLbl="fgImgPlace1" presStyleIdx="2" presStyleCnt="3" custLinFactNeighborX="1306" custLinFactNeighborY="985"/>
      <dgm:spPr>
        <a:blipFill rotWithShape="1">
          <a:blip xmlns:r="http://schemas.openxmlformats.org/officeDocument/2006/relationships" r:embed="rId3"/>
          <a:srcRect/>
          <a:stretch>
            <a:fillRect t="-17000" b="-17000"/>
          </a:stretch>
        </a:blipFill>
      </dgm:spPr>
    </dgm:pt>
  </dgm:ptLst>
  <dgm:cxnLst>
    <dgm:cxn modelId="{E5241E6D-3E78-4019-8F54-E7478F491C3D}" srcId="{3B1A0863-9670-455A-BA91-E24F913A623E}" destId="{87DA8BDD-ECD5-4012-892B-3BE68BE839AD}" srcOrd="1" destOrd="0" parTransId="{C7DA7FB0-BD47-471C-A067-0ED5F54576F5}" sibTransId="{F8113639-B21F-4C3A-B7DD-859BF1C8EFC3}"/>
    <dgm:cxn modelId="{FC2BA291-B6DD-4361-8721-F3F0AEF3D574}" srcId="{3B1A0863-9670-455A-BA91-E24F913A623E}" destId="{1F7F0788-CE1F-4033-8E4D-F1F5CCBC57C8}" srcOrd="2" destOrd="0" parTransId="{D4759D5B-99DE-4B36-9226-0B454018C65A}" sibTransId="{5672B3F2-C1B4-4799-9148-ACA3D5C244E5}"/>
    <dgm:cxn modelId="{EE1B1093-66C7-4AAC-9D58-AABDB22CD731}" type="presOf" srcId="{87DA8BDD-ECD5-4012-892B-3BE68BE839AD}" destId="{E391E561-D1A9-4D99-BAE9-D0A19C7E5A44}" srcOrd="0" destOrd="0" presId="urn:microsoft.com/office/officeart/2005/8/layout/pList2"/>
    <dgm:cxn modelId="{59A96A97-79CB-4122-913D-84070DCCCCE6}" type="presOf" srcId="{1F7F0788-CE1F-4033-8E4D-F1F5CCBC57C8}" destId="{7FD54015-E7DB-4C20-94EC-B3AE8583DA7C}" srcOrd="0" destOrd="0" presId="urn:microsoft.com/office/officeart/2005/8/layout/pList2"/>
    <dgm:cxn modelId="{45C6939B-C60E-4FCC-97CD-D27BC5E433FF}" type="presOf" srcId="{5E7DDBC2-6E44-4090-84B0-7C4C29B2E22D}" destId="{8727CAC6-1142-4C03-A34F-08B65855BFBC}" srcOrd="0" destOrd="0" presId="urn:microsoft.com/office/officeart/2005/8/layout/pList2"/>
    <dgm:cxn modelId="{765AB2A3-E799-4904-8334-FE9F26B73BE3}" srcId="{3B1A0863-9670-455A-BA91-E24F913A623E}" destId="{5E7DDBC2-6E44-4090-84B0-7C4C29B2E22D}" srcOrd="0" destOrd="0" parTransId="{544B670D-E3B0-4B9B-BF37-97EA0424EE93}" sibTransId="{6AE61533-526A-49BC-B666-2C534E040B79}"/>
    <dgm:cxn modelId="{4B7C21CC-EE11-4C11-BA35-2930A14E75E8}" type="presOf" srcId="{6AE61533-526A-49BC-B666-2C534E040B79}" destId="{8EB5AD0E-3332-40FC-A22F-EAED65F69FC3}" srcOrd="0" destOrd="0" presId="urn:microsoft.com/office/officeart/2005/8/layout/pList2"/>
    <dgm:cxn modelId="{F3AFD8E6-AC48-433C-9DED-37E6B36F7D29}" type="presOf" srcId="{F8113639-B21F-4C3A-B7DD-859BF1C8EFC3}" destId="{04CF7D60-8A85-44D3-A25A-AEE1372E8007}" srcOrd="0" destOrd="0" presId="urn:microsoft.com/office/officeart/2005/8/layout/pList2"/>
    <dgm:cxn modelId="{1A7499E9-7B31-4520-B7B4-2E0BE87463C0}" type="presOf" srcId="{3B1A0863-9670-455A-BA91-E24F913A623E}" destId="{E67797E9-9B74-4A5D-B4B1-164B03D79DF8}" srcOrd="0" destOrd="0" presId="urn:microsoft.com/office/officeart/2005/8/layout/pList2"/>
    <dgm:cxn modelId="{C0005276-9F82-4B50-B70E-3562EC6435A0}" type="presParOf" srcId="{E67797E9-9B74-4A5D-B4B1-164B03D79DF8}" destId="{BFB4324B-D72F-4912-9BED-723F0073BEDC}" srcOrd="0" destOrd="0" presId="urn:microsoft.com/office/officeart/2005/8/layout/pList2"/>
    <dgm:cxn modelId="{155ECA2E-6B23-47EB-939A-98B00CC25622}" type="presParOf" srcId="{E67797E9-9B74-4A5D-B4B1-164B03D79DF8}" destId="{0C3C849A-36B7-41BC-9573-FC87E2F07569}" srcOrd="1" destOrd="0" presId="urn:microsoft.com/office/officeart/2005/8/layout/pList2"/>
    <dgm:cxn modelId="{E457239E-6BB5-4E09-8007-FC9449A347F6}" type="presParOf" srcId="{0C3C849A-36B7-41BC-9573-FC87E2F07569}" destId="{F829931A-7528-4D41-9F9E-F1A63F8C34AC}" srcOrd="0" destOrd="0" presId="urn:microsoft.com/office/officeart/2005/8/layout/pList2"/>
    <dgm:cxn modelId="{D1C5A6C9-0121-4304-810C-262F08BEC398}" type="presParOf" srcId="{F829931A-7528-4D41-9F9E-F1A63F8C34AC}" destId="{8727CAC6-1142-4C03-A34F-08B65855BFBC}" srcOrd="0" destOrd="0" presId="urn:microsoft.com/office/officeart/2005/8/layout/pList2"/>
    <dgm:cxn modelId="{9F2DBD94-92A0-49D7-9812-C3D1BCF745DC}" type="presParOf" srcId="{F829931A-7528-4D41-9F9E-F1A63F8C34AC}" destId="{AAC0FB4C-AD98-4342-83B8-B79E39923449}" srcOrd="1" destOrd="0" presId="urn:microsoft.com/office/officeart/2005/8/layout/pList2"/>
    <dgm:cxn modelId="{9A4E0AA8-5B5B-4C77-B965-53750D53A12C}" type="presParOf" srcId="{F829931A-7528-4D41-9F9E-F1A63F8C34AC}" destId="{D6139751-3E0F-48B8-A036-7521CD411A9B}" srcOrd="2" destOrd="0" presId="urn:microsoft.com/office/officeart/2005/8/layout/pList2"/>
    <dgm:cxn modelId="{C8B37026-0889-4F87-AAF7-CC38037C0E49}" type="presParOf" srcId="{0C3C849A-36B7-41BC-9573-FC87E2F07569}" destId="{8EB5AD0E-3332-40FC-A22F-EAED65F69FC3}" srcOrd="1" destOrd="0" presId="urn:microsoft.com/office/officeart/2005/8/layout/pList2"/>
    <dgm:cxn modelId="{292B7D60-4A79-4A65-B2F6-590F2DF347B2}" type="presParOf" srcId="{0C3C849A-36B7-41BC-9573-FC87E2F07569}" destId="{C0CAF632-D926-4AF0-B036-6C4C023F4241}" srcOrd="2" destOrd="0" presId="urn:microsoft.com/office/officeart/2005/8/layout/pList2"/>
    <dgm:cxn modelId="{781FED23-E15C-40B0-A118-816980AD4D43}" type="presParOf" srcId="{C0CAF632-D926-4AF0-B036-6C4C023F4241}" destId="{E391E561-D1A9-4D99-BAE9-D0A19C7E5A44}" srcOrd="0" destOrd="0" presId="urn:microsoft.com/office/officeart/2005/8/layout/pList2"/>
    <dgm:cxn modelId="{764B146E-8C0D-41F5-9D52-3B9310C237F6}" type="presParOf" srcId="{C0CAF632-D926-4AF0-B036-6C4C023F4241}" destId="{652C13D7-482A-4435-B025-D704BD42E2EE}" srcOrd="1" destOrd="0" presId="urn:microsoft.com/office/officeart/2005/8/layout/pList2"/>
    <dgm:cxn modelId="{4CAFC543-0775-41B0-BC0E-ED816510E655}" type="presParOf" srcId="{C0CAF632-D926-4AF0-B036-6C4C023F4241}" destId="{7B57B7EA-2271-4B32-B94C-3D8181D059D7}" srcOrd="2" destOrd="0" presId="urn:microsoft.com/office/officeart/2005/8/layout/pList2"/>
    <dgm:cxn modelId="{5F81C1C9-0470-4991-BC54-542369795EAC}" type="presParOf" srcId="{0C3C849A-36B7-41BC-9573-FC87E2F07569}" destId="{04CF7D60-8A85-44D3-A25A-AEE1372E8007}" srcOrd="3" destOrd="0" presId="urn:microsoft.com/office/officeart/2005/8/layout/pList2"/>
    <dgm:cxn modelId="{044EFC1E-4FD7-437F-90F7-F7566D243A7D}" type="presParOf" srcId="{0C3C849A-36B7-41BC-9573-FC87E2F07569}" destId="{7DCFD7D9-66EE-4072-AF6A-0D462488F370}" srcOrd="4" destOrd="0" presId="urn:microsoft.com/office/officeart/2005/8/layout/pList2"/>
    <dgm:cxn modelId="{B11387BC-73F6-43AC-9B2E-97D3E472C2EE}" type="presParOf" srcId="{7DCFD7D9-66EE-4072-AF6A-0D462488F370}" destId="{7FD54015-E7DB-4C20-94EC-B3AE8583DA7C}" srcOrd="0" destOrd="0" presId="urn:microsoft.com/office/officeart/2005/8/layout/pList2"/>
    <dgm:cxn modelId="{4CF3572E-85EF-4F72-A7FC-0D236A23B33F}" type="presParOf" srcId="{7DCFD7D9-66EE-4072-AF6A-0D462488F370}" destId="{23E07052-BB0A-4D4E-865B-5212CE836D83}" srcOrd="1" destOrd="0" presId="urn:microsoft.com/office/officeart/2005/8/layout/pList2"/>
    <dgm:cxn modelId="{010F3C2A-3500-425C-9E27-14CB082E63E5}" type="presParOf" srcId="{7DCFD7D9-66EE-4072-AF6A-0D462488F370}" destId="{42783B6E-317C-4CCB-96F7-BD3F6A122303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36E56E-53ED-4F68-B4C1-02164C10535C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9EB4C8E6-A808-4704-AAFB-7DD0DAFA1BC3}">
      <dgm:prSet/>
      <dgm:spPr/>
      <dgm:t>
        <a:bodyPr/>
        <a:lstStyle/>
        <a:p>
          <a:r>
            <a:rPr lang="en-GB" b="1" dirty="0"/>
            <a:t>Improve workforce planning across regions</a:t>
          </a:r>
          <a:endParaRPr lang="en-GB" dirty="0"/>
        </a:p>
      </dgm:t>
    </dgm:pt>
    <dgm:pt modelId="{1B5CBB7C-ADE8-463C-91D5-786E3CFF9011}" type="parTrans" cxnId="{A14FCB07-5A40-40E7-AF6F-21786532865F}">
      <dgm:prSet/>
      <dgm:spPr/>
      <dgm:t>
        <a:bodyPr/>
        <a:lstStyle/>
        <a:p>
          <a:endParaRPr lang="en-GB"/>
        </a:p>
      </dgm:t>
    </dgm:pt>
    <dgm:pt modelId="{297248EE-8694-4456-AFF8-F3BE23D4088E}" type="sibTrans" cxnId="{A14FCB07-5A40-40E7-AF6F-21786532865F}">
      <dgm:prSet/>
      <dgm:spPr/>
      <dgm:t>
        <a:bodyPr/>
        <a:lstStyle/>
        <a:p>
          <a:endParaRPr lang="en-GB"/>
        </a:p>
      </dgm:t>
    </dgm:pt>
    <dgm:pt modelId="{4CEE2CD0-ECB7-4ECA-8C27-191FA3431002}">
      <dgm:prSet/>
      <dgm:spPr/>
      <dgm:t>
        <a:bodyPr/>
        <a:lstStyle/>
        <a:p>
          <a:r>
            <a:rPr lang="en-GB" b="1" dirty="0"/>
            <a:t>Strengthen data quality and standardisation</a:t>
          </a:r>
          <a:endParaRPr lang="en-GB" dirty="0"/>
        </a:p>
      </dgm:t>
    </dgm:pt>
    <dgm:pt modelId="{6B4D79D9-FF66-43CA-A071-361D06B562B8}" type="parTrans" cxnId="{6B82403E-9DA8-4788-B5A5-C9205B33545E}">
      <dgm:prSet/>
      <dgm:spPr/>
      <dgm:t>
        <a:bodyPr/>
        <a:lstStyle/>
        <a:p>
          <a:endParaRPr lang="en-GB"/>
        </a:p>
      </dgm:t>
    </dgm:pt>
    <dgm:pt modelId="{732623E7-997E-4A42-825C-5B56E8DEA1B8}" type="sibTrans" cxnId="{6B82403E-9DA8-4788-B5A5-C9205B33545E}">
      <dgm:prSet/>
      <dgm:spPr/>
      <dgm:t>
        <a:bodyPr/>
        <a:lstStyle/>
        <a:p>
          <a:endParaRPr lang="en-GB"/>
        </a:p>
      </dgm:t>
    </dgm:pt>
    <dgm:pt modelId="{A9D2FF4C-B0B1-4683-8B61-F2C7BEED96D4}">
      <dgm:prSet/>
      <dgm:spPr/>
      <dgm:t>
        <a:bodyPr/>
        <a:lstStyle/>
        <a:p>
          <a:r>
            <a:rPr lang="en-GB" b="1" dirty="0"/>
            <a:t>Support demand management strategies</a:t>
          </a:r>
          <a:endParaRPr lang="en-GB" dirty="0"/>
        </a:p>
      </dgm:t>
    </dgm:pt>
    <dgm:pt modelId="{E34A63A3-9074-4BA0-A8EF-75EB2A58F5D4}" type="parTrans" cxnId="{0364AE26-F636-40E5-827D-19D436508E29}">
      <dgm:prSet/>
      <dgm:spPr/>
      <dgm:t>
        <a:bodyPr/>
        <a:lstStyle/>
        <a:p>
          <a:endParaRPr lang="en-GB"/>
        </a:p>
      </dgm:t>
    </dgm:pt>
    <dgm:pt modelId="{69F09594-F55D-4F81-9706-E35AB8D3DCF4}" type="sibTrans" cxnId="{0364AE26-F636-40E5-827D-19D436508E29}">
      <dgm:prSet/>
      <dgm:spPr/>
      <dgm:t>
        <a:bodyPr/>
        <a:lstStyle/>
        <a:p>
          <a:endParaRPr lang="en-GB"/>
        </a:p>
      </dgm:t>
    </dgm:pt>
    <dgm:pt modelId="{444EC3AE-C64E-482D-81A0-9FC7AACCFDB9}">
      <dgm:prSet/>
      <dgm:spPr/>
      <dgm:t>
        <a:bodyPr/>
        <a:lstStyle/>
        <a:p>
          <a:r>
            <a:rPr lang="en-GB" b="1" dirty="0"/>
            <a:t>Increase use of non-GP workforce</a:t>
          </a:r>
          <a:endParaRPr lang="en-GB" dirty="0"/>
        </a:p>
      </dgm:t>
    </dgm:pt>
    <dgm:pt modelId="{7523E865-EE2E-4AF3-9AEA-358C57610FBA}" type="parTrans" cxnId="{784BE0BA-23A5-448A-9B78-FB4CE7B1CEEE}">
      <dgm:prSet/>
      <dgm:spPr/>
      <dgm:t>
        <a:bodyPr/>
        <a:lstStyle/>
        <a:p>
          <a:endParaRPr lang="en-GB"/>
        </a:p>
      </dgm:t>
    </dgm:pt>
    <dgm:pt modelId="{83D05860-CA10-4599-9D5B-D93DA38EA197}" type="sibTrans" cxnId="{784BE0BA-23A5-448A-9B78-FB4CE7B1CEEE}">
      <dgm:prSet/>
      <dgm:spPr/>
      <dgm:t>
        <a:bodyPr/>
        <a:lstStyle/>
        <a:p>
          <a:endParaRPr lang="en-GB"/>
        </a:p>
      </dgm:t>
    </dgm:pt>
    <dgm:pt modelId="{6C70A4CB-F3D7-4B8E-88FA-8621B3143799}">
      <dgm:prSet/>
      <dgm:spPr/>
      <dgm:t>
        <a:bodyPr/>
        <a:lstStyle/>
        <a:p>
          <a:r>
            <a:rPr lang="en-GB" b="1" dirty="0"/>
            <a:t>Expand digital consultation adoption</a:t>
          </a:r>
          <a:endParaRPr lang="en-GB" dirty="0"/>
        </a:p>
      </dgm:t>
    </dgm:pt>
    <dgm:pt modelId="{C3A86B38-6418-47E4-9CA9-08066BC438D3}" type="parTrans" cxnId="{074FFE6D-5D53-46CD-95C6-4BFE8A5CC312}">
      <dgm:prSet/>
      <dgm:spPr/>
      <dgm:t>
        <a:bodyPr/>
        <a:lstStyle/>
        <a:p>
          <a:endParaRPr lang="en-GB"/>
        </a:p>
      </dgm:t>
    </dgm:pt>
    <dgm:pt modelId="{F3EF8A90-E2E2-4D90-8263-AC9F87A472EB}" type="sibTrans" cxnId="{074FFE6D-5D53-46CD-95C6-4BFE8A5CC312}">
      <dgm:prSet/>
      <dgm:spPr/>
      <dgm:t>
        <a:bodyPr/>
        <a:lstStyle/>
        <a:p>
          <a:endParaRPr lang="en-GB"/>
        </a:p>
      </dgm:t>
    </dgm:pt>
    <dgm:pt modelId="{D99C975D-7E36-4014-B008-D9E0A673E8F5}">
      <dgm:prSet/>
      <dgm:spPr/>
      <dgm:t>
        <a:bodyPr/>
        <a:lstStyle/>
        <a:p>
          <a:r>
            <a:rPr lang="en-GB" b="1" dirty="0"/>
            <a:t>Improve capacity management in high-demand regions</a:t>
          </a:r>
          <a:endParaRPr lang="en-GB" dirty="0"/>
        </a:p>
      </dgm:t>
    </dgm:pt>
    <dgm:pt modelId="{A4C185B6-6CCB-45C9-927A-3BA16386898C}" type="parTrans" cxnId="{D988363E-66DC-4006-834A-3E5B6C4D9E33}">
      <dgm:prSet/>
      <dgm:spPr/>
      <dgm:t>
        <a:bodyPr/>
        <a:lstStyle/>
        <a:p>
          <a:endParaRPr lang="en-GB"/>
        </a:p>
      </dgm:t>
    </dgm:pt>
    <dgm:pt modelId="{98C4EDD5-62E7-45F8-97DB-7CFD53C3FA69}" type="sibTrans" cxnId="{D988363E-66DC-4006-834A-3E5B6C4D9E33}">
      <dgm:prSet/>
      <dgm:spPr/>
      <dgm:t>
        <a:bodyPr/>
        <a:lstStyle/>
        <a:p>
          <a:endParaRPr lang="en-GB"/>
        </a:p>
      </dgm:t>
    </dgm:pt>
    <dgm:pt modelId="{6EA71A6D-EADE-4C4D-B71D-936AAF75672A}">
      <dgm:prSet/>
      <dgm:spPr/>
      <dgm:t>
        <a:bodyPr/>
        <a:lstStyle/>
        <a:p>
          <a:r>
            <a:rPr lang="en-GB" b="1" dirty="0"/>
            <a:t>Enhance service accessibility and appointment flow</a:t>
          </a:r>
          <a:endParaRPr lang="en-GB" dirty="0"/>
        </a:p>
      </dgm:t>
    </dgm:pt>
    <dgm:pt modelId="{1DFB9E7A-5005-4645-BD2B-28BF21CCD968}" type="parTrans" cxnId="{60CC016D-2064-432D-8C6E-BDFCBEE05BA1}">
      <dgm:prSet/>
      <dgm:spPr/>
      <dgm:t>
        <a:bodyPr/>
        <a:lstStyle/>
        <a:p>
          <a:endParaRPr lang="en-GB"/>
        </a:p>
      </dgm:t>
    </dgm:pt>
    <dgm:pt modelId="{CA715D7B-1C87-4273-8464-101E5A80A9A6}" type="sibTrans" cxnId="{60CC016D-2064-432D-8C6E-BDFCBEE05BA1}">
      <dgm:prSet/>
      <dgm:spPr/>
      <dgm:t>
        <a:bodyPr/>
        <a:lstStyle/>
        <a:p>
          <a:endParaRPr lang="en-GB"/>
        </a:p>
      </dgm:t>
    </dgm:pt>
    <dgm:pt modelId="{95A9C643-A282-4D6D-AE2A-34846BDC5662}">
      <dgm:prSet/>
      <dgm:spPr/>
      <dgm:t>
        <a:bodyPr/>
        <a:lstStyle/>
        <a:p>
          <a:r>
            <a:rPr lang="en-GB" b="1" dirty="0"/>
            <a:t>Address financial inefficiency linked to missed appointments </a:t>
          </a:r>
        </a:p>
      </dgm:t>
    </dgm:pt>
    <dgm:pt modelId="{B990C966-96A4-4FC7-8A7E-1A875A292E6A}" type="parTrans" cxnId="{4BF4E3C2-594E-4886-96BF-A19894748FCD}">
      <dgm:prSet/>
      <dgm:spPr/>
      <dgm:t>
        <a:bodyPr/>
        <a:lstStyle/>
        <a:p>
          <a:endParaRPr lang="en-GB"/>
        </a:p>
      </dgm:t>
    </dgm:pt>
    <dgm:pt modelId="{1F4F8648-5E22-493E-8329-BA0954782B21}" type="sibTrans" cxnId="{4BF4E3C2-594E-4886-96BF-A19894748FCD}">
      <dgm:prSet/>
      <dgm:spPr/>
      <dgm:t>
        <a:bodyPr/>
        <a:lstStyle/>
        <a:p>
          <a:endParaRPr lang="en-GB"/>
        </a:p>
      </dgm:t>
    </dgm:pt>
    <dgm:pt modelId="{A9C7C502-85B6-4E0C-8AB9-31DFFB9D25A8}">
      <dgm:prSet/>
      <dgm:spPr/>
      <dgm:t>
        <a:bodyPr/>
        <a:lstStyle/>
        <a:p>
          <a:pPr>
            <a:buNone/>
          </a:pPr>
          <a:r>
            <a:rPr lang="en-GB" dirty="0"/>
            <a:t>Improve engagement by using more </a:t>
          </a:r>
          <a:r>
            <a:rPr lang="en-GB" b="1" dirty="0"/>
            <a:t>visual content, clear messaging and real stories</a:t>
          </a:r>
          <a:endParaRPr lang="en-GB" dirty="0"/>
        </a:p>
      </dgm:t>
    </dgm:pt>
    <dgm:pt modelId="{D5B5B11C-6F2E-4291-9CAC-103CA0F5CA6F}" type="parTrans" cxnId="{3F64ED8A-0AC5-4BF4-901C-4799D39CADF7}">
      <dgm:prSet/>
      <dgm:spPr/>
      <dgm:t>
        <a:bodyPr/>
        <a:lstStyle/>
        <a:p>
          <a:endParaRPr lang="en-GB"/>
        </a:p>
      </dgm:t>
    </dgm:pt>
    <dgm:pt modelId="{98B5576D-3D23-4827-B44E-7757AD21D824}" type="sibTrans" cxnId="{3F64ED8A-0AC5-4BF4-901C-4799D39CADF7}">
      <dgm:prSet/>
      <dgm:spPr/>
      <dgm:t>
        <a:bodyPr/>
        <a:lstStyle/>
        <a:p>
          <a:endParaRPr lang="en-GB"/>
        </a:p>
      </dgm:t>
    </dgm:pt>
    <dgm:pt modelId="{FE433327-F22A-44B4-9D30-D0013D0E5B52}" type="pres">
      <dgm:prSet presAssocID="{9C36E56E-53ED-4F68-B4C1-02164C10535C}" presName="CompostProcess" presStyleCnt="0">
        <dgm:presLayoutVars>
          <dgm:dir/>
          <dgm:resizeHandles val="exact"/>
        </dgm:presLayoutVars>
      </dgm:prSet>
      <dgm:spPr/>
    </dgm:pt>
    <dgm:pt modelId="{38192980-2B03-45BF-A976-44F447064D64}" type="pres">
      <dgm:prSet presAssocID="{9C36E56E-53ED-4F68-B4C1-02164C10535C}" presName="arrow" presStyleLbl="bgShp" presStyleIdx="0" presStyleCnt="1" custLinFactNeighborX="0"/>
      <dgm:spPr/>
    </dgm:pt>
    <dgm:pt modelId="{96B651A4-F123-42D0-B7C6-AA99F8200E5E}" type="pres">
      <dgm:prSet presAssocID="{9C36E56E-53ED-4F68-B4C1-02164C10535C}" presName="linearProcess" presStyleCnt="0"/>
      <dgm:spPr/>
    </dgm:pt>
    <dgm:pt modelId="{D8D0AE9B-A466-4AE0-92A0-84644173D6CC}" type="pres">
      <dgm:prSet presAssocID="{9EB4C8E6-A808-4704-AAFB-7DD0DAFA1BC3}" presName="textNode" presStyleLbl="node1" presStyleIdx="0" presStyleCnt="9" custLinFactNeighborX="-74194" custLinFactNeighborY="998">
        <dgm:presLayoutVars>
          <dgm:bulletEnabled val="1"/>
        </dgm:presLayoutVars>
      </dgm:prSet>
      <dgm:spPr/>
    </dgm:pt>
    <dgm:pt modelId="{B6FFB047-2047-45FC-909F-CB35A87010C1}" type="pres">
      <dgm:prSet presAssocID="{297248EE-8694-4456-AFF8-F3BE23D4088E}" presName="sibTrans" presStyleCnt="0"/>
      <dgm:spPr/>
    </dgm:pt>
    <dgm:pt modelId="{A5ABB21B-F0EE-4623-BBAF-D68F8A901351}" type="pres">
      <dgm:prSet presAssocID="{4CEE2CD0-ECB7-4ECA-8C27-191FA3431002}" presName="textNode" presStyleLbl="node1" presStyleIdx="1" presStyleCnt="9">
        <dgm:presLayoutVars>
          <dgm:bulletEnabled val="1"/>
        </dgm:presLayoutVars>
      </dgm:prSet>
      <dgm:spPr/>
    </dgm:pt>
    <dgm:pt modelId="{CAF6A471-CE5C-4B0A-99E7-C72B7E453714}" type="pres">
      <dgm:prSet presAssocID="{732623E7-997E-4A42-825C-5B56E8DEA1B8}" presName="sibTrans" presStyleCnt="0"/>
      <dgm:spPr/>
    </dgm:pt>
    <dgm:pt modelId="{9D2CD0A5-DBDB-49E7-865B-C15CC68958BF}" type="pres">
      <dgm:prSet presAssocID="{A9D2FF4C-B0B1-4683-8B61-F2C7BEED96D4}" presName="textNode" presStyleLbl="node1" presStyleIdx="2" presStyleCnt="9">
        <dgm:presLayoutVars>
          <dgm:bulletEnabled val="1"/>
        </dgm:presLayoutVars>
      </dgm:prSet>
      <dgm:spPr/>
    </dgm:pt>
    <dgm:pt modelId="{6C73FEB0-9317-4BA3-8C78-13002A0F9F52}" type="pres">
      <dgm:prSet presAssocID="{69F09594-F55D-4F81-9706-E35AB8D3DCF4}" presName="sibTrans" presStyleCnt="0"/>
      <dgm:spPr/>
    </dgm:pt>
    <dgm:pt modelId="{D867059C-E19B-4186-ACCD-85A651D69CC5}" type="pres">
      <dgm:prSet presAssocID="{95A9C643-A282-4D6D-AE2A-34846BDC5662}" presName="textNode" presStyleLbl="node1" presStyleIdx="3" presStyleCnt="9">
        <dgm:presLayoutVars>
          <dgm:bulletEnabled val="1"/>
        </dgm:presLayoutVars>
      </dgm:prSet>
      <dgm:spPr/>
    </dgm:pt>
    <dgm:pt modelId="{5CD53B88-9650-403D-84A3-A9AEC2578FEB}" type="pres">
      <dgm:prSet presAssocID="{1F4F8648-5E22-493E-8329-BA0954782B21}" presName="sibTrans" presStyleCnt="0"/>
      <dgm:spPr/>
    </dgm:pt>
    <dgm:pt modelId="{80C477C5-543D-443B-B614-388D3DF812E2}" type="pres">
      <dgm:prSet presAssocID="{444EC3AE-C64E-482D-81A0-9FC7AACCFDB9}" presName="textNode" presStyleLbl="node1" presStyleIdx="4" presStyleCnt="9">
        <dgm:presLayoutVars>
          <dgm:bulletEnabled val="1"/>
        </dgm:presLayoutVars>
      </dgm:prSet>
      <dgm:spPr/>
    </dgm:pt>
    <dgm:pt modelId="{6A1797FF-C6B7-42F4-858F-AFBC7F52D77D}" type="pres">
      <dgm:prSet presAssocID="{83D05860-CA10-4599-9D5B-D93DA38EA197}" presName="sibTrans" presStyleCnt="0"/>
      <dgm:spPr/>
    </dgm:pt>
    <dgm:pt modelId="{F412EA59-AF66-4027-B855-01F1F528DC5B}" type="pres">
      <dgm:prSet presAssocID="{6C70A4CB-F3D7-4B8E-88FA-8621B3143799}" presName="textNode" presStyleLbl="node1" presStyleIdx="5" presStyleCnt="9">
        <dgm:presLayoutVars>
          <dgm:bulletEnabled val="1"/>
        </dgm:presLayoutVars>
      </dgm:prSet>
      <dgm:spPr/>
    </dgm:pt>
    <dgm:pt modelId="{7B5AAC1D-9F80-4C7E-A72B-F4DAA7B937EB}" type="pres">
      <dgm:prSet presAssocID="{F3EF8A90-E2E2-4D90-8263-AC9F87A472EB}" presName="sibTrans" presStyleCnt="0"/>
      <dgm:spPr/>
    </dgm:pt>
    <dgm:pt modelId="{814C8976-9109-42FD-81C5-99167B34DE33}" type="pres">
      <dgm:prSet presAssocID="{D99C975D-7E36-4014-B008-D9E0A673E8F5}" presName="textNode" presStyleLbl="node1" presStyleIdx="6" presStyleCnt="9" custLinFactNeighborX="-66315">
        <dgm:presLayoutVars>
          <dgm:bulletEnabled val="1"/>
        </dgm:presLayoutVars>
      </dgm:prSet>
      <dgm:spPr/>
    </dgm:pt>
    <dgm:pt modelId="{E37C7FB7-67E3-4070-8B93-3B01CBB86FDD}" type="pres">
      <dgm:prSet presAssocID="{98C4EDD5-62E7-45F8-97DB-7CFD53C3FA69}" presName="sibTrans" presStyleCnt="0"/>
      <dgm:spPr/>
    </dgm:pt>
    <dgm:pt modelId="{E9C72B0D-16D0-49F5-9D93-2AF3E78978A4}" type="pres">
      <dgm:prSet presAssocID="{6EA71A6D-EADE-4C4D-B71D-936AAF75672A}" presName="textNode" presStyleLbl="node1" presStyleIdx="7" presStyleCnt="9">
        <dgm:presLayoutVars>
          <dgm:bulletEnabled val="1"/>
        </dgm:presLayoutVars>
      </dgm:prSet>
      <dgm:spPr/>
    </dgm:pt>
    <dgm:pt modelId="{9282489C-B06D-4A0D-B770-325625167E9D}" type="pres">
      <dgm:prSet presAssocID="{CA715D7B-1C87-4273-8464-101E5A80A9A6}" presName="sibTrans" presStyleCnt="0"/>
      <dgm:spPr/>
    </dgm:pt>
    <dgm:pt modelId="{68CC73A5-0C91-4DC0-A160-21F107D72AF5}" type="pres">
      <dgm:prSet presAssocID="{A9C7C502-85B6-4E0C-8AB9-31DFFB9D25A8}" presName="textNode" presStyleLbl="node1" presStyleIdx="8" presStyleCnt="9">
        <dgm:presLayoutVars>
          <dgm:bulletEnabled val="1"/>
        </dgm:presLayoutVars>
      </dgm:prSet>
      <dgm:spPr/>
    </dgm:pt>
  </dgm:ptLst>
  <dgm:cxnLst>
    <dgm:cxn modelId="{653DD004-4DB1-4002-AB5D-4C36E265CE23}" type="presOf" srcId="{9C36E56E-53ED-4F68-B4C1-02164C10535C}" destId="{FE433327-F22A-44B4-9D30-D0013D0E5B52}" srcOrd="0" destOrd="0" presId="urn:microsoft.com/office/officeart/2005/8/layout/hProcess9"/>
    <dgm:cxn modelId="{A14FCB07-5A40-40E7-AF6F-21786532865F}" srcId="{9C36E56E-53ED-4F68-B4C1-02164C10535C}" destId="{9EB4C8E6-A808-4704-AAFB-7DD0DAFA1BC3}" srcOrd="0" destOrd="0" parTransId="{1B5CBB7C-ADE8-463C-91D5-786E3CFF9011}" sibTransId="{297248EE-8694-4456-AFF8-F3BE23D4088E}"/>
    <dgm:cxn modelId="{4F7EBF09-67B5-454B-B019-4F5106192397}" type="presOf" srcId="{A9C7C502-85B6-4E0C-8AB9-31DFFB9D25A8}" destId="{68CC73A5-0C91-4DC0-A160-21F107D72AF5}" srcOrd="0" destOrd="0" presId="urn:microsoft.com/office/officeart/2005/8/layout/hProcess9"/>
    <dgm:cxn modelId="{6E84C823-51B4-4D34-9C5F-05B2DDB97C4D}" type="presOf" srcId="{95A9C643-A282-4D6D-AE2A-34846BDC5662}" destId="{D867059C-E19B-4186-ACCD-85A651D69CC5}" srcOrd="0" destOrd="0" presId="urn:microsoft.com/office/officeart/2005/8/layout/hProcess9"/>
    <dgm:cxn modelId="{0364AE26-F636-40E5-827D-19D436508E29}" srcId="{9C36E56E-53ED-4F68-B4C1-02164C10535C}" destId="{A9D2FF4C-B0B1-4683-8B61-F2C7BEED96D4}" srcOrd="2" destOrd="0" parTransId="{E34A63A3-9074-4BA0-A8EF-75EB2A58F5D4}" sibTransId="{69F09594-F55D-4F81-9706-E35AB8D3DCF4}"/>
    <dgm:cxn modelId="{D988363E-66DC-4006-834A-3E5B6C4D9E33}" srcId="{9C36E56E-53ED-4F68-B4C1-02164C10535C}" destId="{D99C975D-7E36-4014-B008-D9E0A673E8F5}" srcOrd="6" destOrd="0" parTransId="{A4C185B6-6CCB-45C9-927A-3BA16386898C}" sibTransId="{98C4EDD5-62E7-45F8-97DB-7CFD53C3FA69}"/>
    <dgm:cxn modelId="{6B82403E-9DA8-4788-B5A5-C9205B33545E}" srcId="{9C36E56E-53ED-4F68-B4C1-02164C10535C}" destId="{4CEE2CD0-ECB7-4ECA-8C27-191FA3431002}" srcOrd="1" destOrd="0" parTransId="{6B4D79D9-FF66-43CA-A071-361D06B562B8}" sibTransId="{732623E7-997E-4A42-825C-5B56E8DEA1B8}"/>
    <dgm:cxn modelId="{45DA0842-C340-4648-85F1-8F69AFF067E1}" type="presOf" srcId="{D99C975D-7E36-4014-B008-D9E0A673E8F5}" destId="{814C8976-9109-42FD-81C5-99167B34DE33}" srcOrd="0" destOrd="0" presId="urn:microsoft.com/office/officeart/2005/8/layout/hProcess9"/>
    <dgm:cxn modelId="{60CC016D-2064-432D-8C6E-BDFCBEE05BA1}" srcId="{9C36E56E-53ED-4F68-B4C1-02164C10535C}" destId="{6EA71A6D-EADE-4C4D-B71D-936AAF75672A}" srcOrd="7" destOrd="0" parTransId="{1DFB9E7A-5005-4645-BD2B-28BF21CCD968}" sibTransId="{CA715D7B-1C87-4273-8464-101E5A80A9A6}"/>
    <dgm:cxn modelId="{074FFE6D-5D53-46CD-95C6-4BFE8A5CC312}" srcId="{9C36E56E-53ED-4F68-B4C1-02164C10535C}" destId="{6C70A4CB-F3D7-4B8E-88FA-8621B3143799}" srcOrd="5" destOrd="0" parTransId="{C3A86B38-6418-47E4-9CA9-08066BC438D3}" sibTransId="{F3EF8A90-E2E2-4D90-8263-AC9F87A472EB}"/>
    <dgm:cxn modelId="{5B4AE172-D55B-4390-903A-412B3E9BA3C4}" type="presOf" srcId="{444EC3AE-C64E-482D-81A0-9FC7AACCFDB9}" destId="{80C477C5-543D-443B-B614-388D3DF812E2}" srcOrd="0" destOrd="0" presId="urn:microsoft.com/office/officeart/2005/8/layout/hProcess9"/>
    <dgm:cxn modelId="{E20CE176-E1D1-41F3-BE43-5538011F2076}" type="presOf" srcId="{9EB4C8E6-A808-4704-AAFB-7DD0DAFA1BC3}" destId="{D8D0AE9B-A466-4AE0-92A0-84644173D6CC}" srcOrd="0" destOrd="0" presId="urn:microsoft.com/office/officeart/2005/8/layout/hProcess9"/>
    <dgm:cxn modelId="{3F64ED8A-0AC5-4BF4-901C-4799D39CADF7}" srcId="{9C36E56E-53ED-4F68-B4C1-02164C10535C}" destId="{A9C7C502-85B6-4E0C-8AB9-31DFFB9D25A8}" srcOrd="8" destOrd="0" parTransId="{D5B5B11C-6F2E-4291-9CAC-103CA0F5CA6F}" sibTransId="{98B5576D-3D23-4827-B44E-7757AD21D824}"/>
    <dgm:cxn modelId="{7E36DB92-1105-4DB7-A8AA-2AAE2B32722D}" type="presOf" srcId="{6EA71A6D-EADE-4C4D-B71D-936AAF75672A}" destId="{E9C72B0D-16D0-49F5-9D93-2AF3E78978A4}" srcOrd="0" destOrd="0" presId="urn:microsoft.com/office/officeart/2005/8/layout/hProcess9"/>
    <dgm:cxn modelId="{81B9D4AE-496C-4AA4-92F3-F36FD5CE818F}" type="presOf" srcId="{A9D2FF4C-B0B1-4683-8B61-F2C7BEED96D4}" destId="{9D2CD0A5-DBDB-49E7-865B-C15CC68958BF}" srcOrd="0" destOrd="0" presId="urn:microsoft.com/office/officeart/2005/8/layout/hProcess9"/>
    <dgm:cxn modelId="{784BE0BA-23A5-448A-9B78-FB4CE7B1CEEE}" srcId="{9C36E56E-53ED-4F68-B4C1-02164C10535C}" destId="{444EC3AE-C64E-482D-81A0-9FC7AACCFDB9}" srcOrd="4" destOrd="0" parTransId="{7523E865-EE2E-4AF3-9AEA-358C57610FBA}" sibTransId="{83D05860-CA10-4599-9D5B-D93DA38EA197}"/>
    <dgm:cxn modelId="{4BF4E3C2-594E-4886-96BF-A19894748FCD}" srcId="{9C36E56E-53ED-4F68-B4C1-02164C10535C}" destId="{95A9C643-A282-4D6D-AE2A-34846BDC5662}" srcOrd="3" destOrd="0" parTransId="{B990C966-96A4-4FC7-8A7E-1A875A292E6A}" sibTransId="{1F4F8648-5E22-493E-8329-BA0954782B21}"/>
    <dgm:cxn modelId="{E3EB02D6-C1E5-4BCE-A8DA-E86CAC011492}" type="presOf" srcId="{6C70A4CB-F3D7-4B8E-88FA-8621B3143799}" destId="{F412EA59-AF66-4027-B855-01F1F528DC5B}" srcOrd="0" destOrd="0" presId="urn:microsoft.com/office/officeart/2005/8/layout/hProcess9"/>
    <dgm:cxn modelId="{BF457AFF-8ECD-4B84-A6F4-B8F28040E1AF}" type="presOf" srcId="{4CEE2CD0-ECB7-4ECA-8C27-191FA3431002}" destId="{A5ABB21B-F0EE-4623-BBAF-D68F8A901351}" srcOrd="0" destOrd="0" presId="urn:microsoft.com/office/officeart/2005/8/layout/hProcess9"/>
    <dgm:cxn modelId="{53A4C926-81F5-4B66-964F-9E9A91E5BD08}" type="presParOf" srcId="{FE433327-F22A-44B4-9D30-D0013D0E5B52}" destId="{38192980-2B03-45BF-A976-44F447064D64}" srcOrd="0" destOrd="0" presId="urn:microsoft.com/office/officeart/2005/8/layout/hProcess9"/>
    <dgm:cxn modelId="{4AC11AC3-1604-4397-8E6A-4D0203DDC82E}" type="presParOf" srcId="{FE433327-F22A-44B4-9D30-D0013D0E5B52}" destId="{96B651A4-F123-42D0-B7C6-AA99F8200E5E}" srcOrd="1" destOrd="0" presId="urn:microsoft.com/office/officeart/2005/8/layout/hProcess9"/>
    <dgm:cxn modelId="{236080AD-0DD1-4F69-BE74-D156003A150D}" type="presParOf" srcId="{96B651A4-F123-42D0-B7C6-AA99F8200E5E}" destId="{D8D0AE9B-A466-4AE0-92A0-84644173D6CC}" srcOrd="0" destOrd="0" presId="urn:microsoft.com/office/officeart/2005/8/layout/hProcess9"/>
    <dgm:cxn modelId="{CD21714D-F708-4B64-856A-10310752F4C9}" type="presParOf" srcId="{96B651A4-F123-42D0-B7C6-AA99F8200E5E}" destId="{B6FFB047-2047-45FC-909F-CB35A87010C1}" srcOrd="1" destOrd="0" presId="urn:microsoft.com/office/officeart/2005/8/layout/hProcess9"/>
    <dgm:cxn modelId="{3FB99B7F-C35E-41F6-862D-E00D247C7EF9}" type="presParOf" srcId="{96B651A4-F123-42D0-B7C6-AA99F8200E5E}" destId="{A5ABB21B-F0EE-4623-BBAF-D68F8A901351}" srcOrd="2" destOrd="0" presId="urn:microsoft.com/office/officeart/2005/8/layout/hProcess9"/>
    <dgm:cxn modelId="{1D95F397-39B7-4B6B-8234-685287B9AAB5}" type="presParOf" srcId="{96B651A4-F123-42D0-B7C6-AA99F8200E5E}" destId="{CAF6A471-CE5C-4B0A-99E7-C72B7E453714}" srcOrd="3" destOrd="0" presId="urn:microsoft.com/office/officeart/2005/8/layout/hProcess9"/>
    <dgm:cxn modelId="{4BE13483-6C2B-4F8D-8892-CADE7F5DE28A}" type="presParOf" srcId="{96B651A4-F123-42D0-B7C6-AA99F8200E5E}" destId="{9D2CD0A5-DBDB-49E7-865B-C15CC68958BF}" srcOrd="4" destOrd="0" presId="urn:microsoft.com/office/officeart/2005/8/layout/hProcess9"/>
    <dgm:cxn modelId="{90CABA13-DAFF-44AF-9278-4D68DB80C9FA}" type="presParOf" srcId="{96B651A4-F123-42D0-B7C6-AA99F8200E5E}" destId="{6C73FEB0-9317-4BA3-8C78-13002A0F9F52}" srcOrd="5" destOrd="0" presId="urn:microsoft.com/office/officeart/2005/8/layout/hProcess9"/>
    <dgm:cxn modelId="{684067F9-E201-4389-BCEC-9D5751A678A5}" type="presParOf" srcId="{96B651A4-F123-42D0-B7C6-AA99F8200E5E}" destId="{D867059C-E19B-4186-ACCD-85A651D69CC5}" srcOrd="6" destOrd="0" presId="urn:microsoft.com/office/officeart/2005/8/layout/hProcess9"/>
    <dgm:cxn modelId="{1822622B-4FF5-4B56-825B-28CA4CDBDA6F}" type="presParOf" srcId="{96B651A4-F123-42D0-B7C6-AA99F8200E5E}" destId="{5CD53B88-9650-403D-84A3-A9AEC2578FEB}" srcOrd="7" destOrd="0" presId="urn:microsoft.com/office/officeart/2005/8/layout/hProcess9"/>
    <dgm:cxn modelId="{73E48523-0C57-419B-B171-0DD5D7BB66F7}" type="presParOf" srcId="{96B651A4-F123-42D0-B7C6-AA99F8200E5E}" destId="{80C477C5-543D-443B-B614-388D3DF812E2}" srcOrd="8" destOrd="0" presId="urn:microsoft.com/office/officeart/2005/8/layout/hProcess9"/>
    <dgm:cxn modelId="{B497F289-B8AF-4226-AD59-2CE46D077D0E}" type="presParOf" srcId="{96B651A4-F123-42D0-B7C6-AA99F8200E5E}" destId="{6A1797FF-C6B7-42F4-858F-AFBC7F52D77D}" srcOrd="9" destOrd="0" presId="urn:microsoft.com/office/officeart/2005/8/layout/hProcess9"/>
    <dgm:cxn modelId="{E4765AD0-076A-45B1-9032-DB2078691D49}" type="presParOf" srcId="{96B651A4-F123-42D0-B7C6-AA99F8200E5E}" destId="{F412EA59-AF66-4027-B855-01F1F528DC5B}" srcOrd="10" destOrd="0" presId="urn:microsoft.com/office/officeart/2005/8/layout/hProcess9"/>
    <dgm:cxn modelId="{AD7EA8E6-A5BE-47AE-9EB1-5E510CF76036}" type="presParOf" srcId="{96B651A4-F123-42D0-B7C6-AA99F8200E5E}" destId="{7B5AAC1D-9F80-4C7E-A72B-F4DAA7B937EB}" srcOrd="11" destOrd="0" presId="urn:microsoft.com/office/officeart/2005/8/layout/hProcess9"/>
    <dgm:cxn modelId="{37322CDA-95A5-420F-A667-1852CE1D148F}" type="presParOf" srcId="{96B651A4-F123-42D0-B7C6-AA99F8200E5E}" destId="{814C8976-9109-42FD-81C5-99167B34DE33}" srcOrd="12" destOrd="0" presId="urn:microsoft.com/office/officeart/2005/8/layout/hProcess9"/>
    <dgm:cxn modelId="{A1D2E021-F794-40F3-9EC9-782FA5D23C6A}" type="presParOf" srcId="{96B651A4-F123-42D0-B7C6-AA99F8200E5E}" destId="{E37C7FB7-67E3-4070-8B93-3B01CBB86FDD}" srcOrd="13" destOrd="0" presId="urn:microsoft.com/office/officeart/2005/8/layout/hProcess9"/>
    <dgm:cxn modelId="{DA4F02A7-9B1B-4789-84D5-744254ED0605}" type="presParOf" srcId="{96B651A4-F123-42D0-B7C6-AA99F8200E5E}" destId="{E9C72B0D-16D0-49F5-9D93-2AF3E78978A4}" srcOrd="14" destOrd="0" presId="urn:microsoft.com/office/officeart/2005/8/layout/hProcess9"/>
    <dgm:cxn modelId="{112BEC48-0F58-41DA-B4D5-5F0A4549BE2B}" type="presParOf" srcId="{96B651A4-F123-42D0-B7C6-AA99F8200E5E}" destId="{9282489C-B06D-4A0D-B770-325625167E9D}" srcOrd="15" destOrd="0" presId="urn:microsoft.com/office/officeart/2005/8/layout/hProcess9"/>
    <dgm:cxn modelId="{CBFC0B7A-2D66-4F9D-8B08-628CA1B35B1A}" type="presParOf" srcId="{96B651A4-F123-42D0-B7C6-AA99F8200E5E}" destId="{68CC73A5-0C91-4DC0-A160-21F107D72AF5}" srcOrd="1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C7879-0FC8-410E-9F37-1CE4E9BE2427}">
      <dsp:nvSpPr>
        <dsp:cNvPr id="0" name=""/>
        <dsp:cNvSpPr/>
      </dsp:nvSpPr>
      <dsp:spPr>
        <a:xfrm>
          <a:off x="0" y="0"/>
          <a:ext cx="10515600" cy="13597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Healthcare systems face fluctuating appointment demand across regions and time. </a:t>
          </a:r>
        </a:p>
      </dsp:txBody>
      <dsp:txXfrm>
        <a:off x="2239099" y="0"/>
        <a:ext cx="8276500" cy="1359793"/>
      </dsp:txXfrm>
    </dsp:sp>
    <dsp:sp modelId="{F55734FB-3B65-46B9-8347-EAFDCDED58AB}">
      <dsp:nvSpPr>
        <dsp:cNvPr id="0" name=""/>
        <dsp:cNvSpPr/>
      </dsp:nvSpPr>
      <dsp:spPr>
        <a:xfrm>
          <a:off x="135979" y="135979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58000" b="-5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CBDBD8-23B8-489B-9A4A-0B57C8725D6F}">
      <dsp:nvSpPr>
        <dsp:cNvPr id="0" name=""/>
        <dsp:cNvSpPr/>
      </dsp:nvSpPr>
      <dsp:spPr>
        <a:xfrm>
          <a:off x="0" y="1495772"/>
          <a:ext cx="10515600" cy="1359793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Understanding these variations is critical for efficient service delivery. </a:t>
          </a:r>
        </a:p>
      </dsp:txBody>
      <dsp:txXfrm>
        <a:off x="2239099" y="1495772"/>
        <a:ext cx="8276500" cy="1359793"/>
      </dsp:txXfrm>
    </dsp:sp>
    <dsp:sp modelId="{A8162654-C46C-4CA9-8EC9-DA0125C51C65}">
      <dsp:nvSpPr>
        <dsp:cNvPr id="0" name=""/>
        <dsp:cNvSpPr/>
      </dsp:nvSpPr>
      <dsp:spPr>
        <a:xfrm>
          <a:off x="135979" y="1631751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58000" b="-5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BD489-7328-42D7-8623-59C694AE2486}">
      <dsp:nvSpPr>
        <dsp:cNvPr id="0" name=""/>
        <dsp:cNvSpPr/>
      </dsp:nvSpPr>
      <dsp:spPr>
        <a:xfrm>
          <a:off x="0" y="2991544"/>
          <a:ext cx="10515600" cy="1359793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Data-driven insights can support better planning and reduce operational pressure. </a:t>
          </a:r>
        </a:p>
      </dsp:txBody>
      <dsp:txXfrm>
        <a:off x="2239099" y="2991544"/>
        <a:ext cx="8276500" cy="1359793"/>
      </dsp:txXfrm>
    </dsp:sp>
    <dsp:sp modelId="{A74D7CA8-1D19-4B4A-A27E-320DB032FBD7}">
      <dsp:nvSpPr>
        <dsp:cNvPr id="0" name=""/>
        <dsp:cNvSpPr/>
      </dsp:nvSpPr>
      <dsp:spPr>
        <a:xfrm>
          <a:off x="135979" y="3127524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58000" b="-5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5BFF3-C558-4C77-B32A-884FB66B2970}">
      <dsp:nvSpPr>
        <dsp:cNvPr id="0" name=""/>
        <dsp:cNvSpPr/>
      </dsp:nvSpPr>
      <dsp:spPr>
        <a:xfrm>
          <a:off x="9" y="0"/>
          <a:ext cx="3435027" cy="43513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Identify seasonal trends</a:t>
          </a:r>
          <a:br>
            <a:rPr lang="en-GB" sz="2000" kern="1200" dirty="0"/>
          </a:br>
          <a:r>
            <a:rPr lang="en-GB" sz="2000" kern="1200" dirty="0"/>
            <a:t>Analyse patterns in appointment volumes over time to detect peak and low-demand periods. </a:t>
          </a:r>
        </a:p>
      </dsp:txBody>
      <dsp:txXfrm>
        <a:off x="9" y="1740535"/>
        <a:ext cx="3435027" cy="1740535"/>
      </dsp:txXfrm>
    </dsp:sp>
    <dsp:sp modelId="{87027E3D-ED45-4956-A812-9A88553A7627}">
      <dsp:nvSpPr>
        <dsp:cNvPr id="0" name=""/>
        <dsp:cNvSpPr/>
      </dsp:nvSpPr>
      <dsp:spPr>
        <a:xfrm>
          <a:off x="951667" y="261080"/>
          <a:ext cx="1448995" cy="144899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9F330-4720-49C5-AF97-4C5CA1CA1550}">
      <dsp:nvSpPr>
        <dsp:cNvPr id="0" name=""/>
        <dsp:cNvSpPr/>
      </dsp:nvSpPr>
      <dsp:spPr>
        <a:xfrm>
          <a:off x="3540286" y="0"/>
          <a:ext cx="3435027" cy="4351338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Assess regional demand</a:t>
          </a:r>
          <a:br>
            <a:rPr lang="en-GB" sz="2000" kern="1200" dirty="0"/>
          </a:br>
          <a:r>
            <a:rPr lang="en-GB" sz="2000" kern="1200" dirty="0"/>
            <a:t>Compare appointment volumes across locations to highlight disparities and resource needs. </a:t>
          </a:r>
        </a:p>
      </dsp:txBody>
      <dsp:txXfrm>
        <a:off x="3540286" y="1740535"/>
        <a:ext cx="3435027" cy="1740535"/>
      </dsp:txXfrm>
    </dsp:sp>
    <dsp:sp modelId="{E81389A0-DFFF-4535-82F7-5CEA1E1CACC3}">
      <dsp:nvSpPr>
        <dsp:cNvPr id="0" name=""/>
        <dsp:cNvSpPr/>
      </dsp:nvSpPr>
      <dsp:spPr>
        <a:xfrm>
          <a:off x="4533302" y="261080"/>
          <a:ext cx="1448995" cy="144899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B84C3-A69C-46DB-B538-1700E35D24FA}">
      <dsp:nvSpPr>
        <dsp:cNvPr id="0" name=""/>
        <dsp:cNvSpPr/>
      </dsp:nvSpPr>
      <dsp:spPr>
        <a:xfrm>
          <a:off x="7078364" y="0"/>
          <a:ext cx="3435027" cy="435133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Improve service planning</a:t>
          </a:r>
          <a:br>
            <a:rPr lang="en-GB" sz="2000" kern="1200" dirty="0"/>
          </a:br>
          <a:r>
            <a:rPr lang="en-GB" sz="2000" kern="1200" dirty="0"/>
            <a:t>Use appointment data to optimise staffing, allocate resources effectively, and reduce system strain. </a:t>
          </a:r>
        </a:p>
      </dsp:txBody>
      <dsp:txXfrm>
        <a:off x="7078364" y="1740535"/>
        <a:ext cx="3435027" cy="1740535"/>
      </dsp:txXfrm>
    </dsp:sp>
    <dsp:sp modelId="{1414A977-FC81-42D3-A20E-D816AA9EB96A}">
      <dsp:nvSpPr>
        <dsp:cNvPr id="0" name=""/>
        <dsp:cNvSpPr/>
      </dsp:nvSpPr>
      <dsp:spPr>
        <a:xfrm>
          <a:off x="8071380" y="261080"/>
          <a:ext cx="1448995" cy="144899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8984A0-5868-4F6F-8A6F-357DCA32680D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75299D-0CB4-4597-8E0B-30344FF1FD12}">
      <dsp:nvSpPr>
        <dsp:cNvPr id="0" name=""/>
        <dsp:cNvSpPr/>
      </dsp:nvSpPr>
      <dsp:spPr>
        <a:xfrm>
          <a:off x="0" y="0"/>
          <a:ext cx="2159270" cy="46264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Increase in appointment demand over time </a:t>
          </a:r>
          <a:endParaRPr lang="en-GB" sz="1800" kern="1200" dirty="0"/>
        </a:p>
      </dsp:txBody>
      <dsp:txXfrm>
        <a:off x="0" y="1850571"/>
        <a:ext cx="2159270" cy="1850571"/>
      </dsp:txXfrm>
    </dsp:sp>
    <dsp:sp modelId="{2A1CD2EC-752A-4B02-A305-AAB0AEECCA94}">
      <dsp:nvSpPr>
        <dsp:cNvPr id="0" name=""/>
        <dsp:cNvSpPr/>
      </dsp:nvSpPr>
      <dsp:spPr>
        <a:xfrm>
          <a:off x="309334" y="277585"/>
          <a:ext cx="1540600" cy="15406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A9547-0920-4C4F-A7BB-04B81DFD72E3}">
      <dsp:nvSpPr>
        <dsp:cNvPr id="0" name=""/>
        <dsp:cNvSpPr/>
      </dsp:nvSpPr>
      <dsp:spPr>
        <a:xfrm>
          <a:off x="2224048" y="0"/>
          <a:ext cx="2159270" cy="4626427"/>
        </a:xfrm>
        <a:prstGeom prst="roundRect">
          <a:avLst>
            <a:gd name="adj" fmla="val 1000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Monthly fluctuations indicate unstable demand patterns </a:t>
          </a:r>
          <a:endParaRPr lang="en-GB" sz="1800" kern="1200" dirty="0"/>
        </a:p>
      </dsp:txBody>
      <dsp:txXfrm>
        <a:off x="2224048" y="1850571"/>
        <a:ext cx="2159270" cy="1850571"/>
      </dsp:txXfrm>
    </dsp:sp>
    <dsp:sp modelId="{41753F72-9F1D-4CDE-9F00-7DC37489D63F}">
      <dsp:nvSpPr>
        <dsp:cNvPr id="0" name=""/>
        <dsp:cNvSpPr/>
      </dsp:nvSpPr>
      <dsp:spPr>
        <a:xfrm>
          <a:off x="2533383" y="277585"/>
          <a:ext cx="1540600" cy="15406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F7B0A-38E6-4270-A35A-2199CF2083B8}">
      <dsp:nvSpPr>
        <dsp:cNvPr id="0" name=""/>
        <dsp:cNvSpPr/>
      </dsp:nvSpPr>
      <dsp:spPr>
        <a:xfrm>
          <a:off x="4448096" y="0"/>
          <a:ext cx="2159270" cy="4626427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Significant variation across ICBs 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Highest: ~7 million appointments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Lowest:~300K appointments </a:t>
          </a:r>
        </a:p>
      </dsp:txBody>
      <dsp:txXfrm>
        <a:off x="4448096" y="1850571"/>
        <a:ext cx="2159270" cy="1850571"/>
      </dsp:txXfrm>
    </dsp:sp>
    <dsp:sp modelId="{A5666256-E0C1-41AA-94CA-778DF6BE5BCB}">
      <dsp:nvSpPr>
        <dsp:cNvPr id="0" name=""/>
        <dsp:cNvSpPr/>
      </dsp:nvSpPr>
      <dsp:spPr>
        <a:xfrm>
          <a:off x="4757431" y="277585"/>
          <a:ext cx="1540600" cy="15406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F7AE8-9C07-47DF-BE74-70E823260ECD}">
      <dsp:nvSpPr>
        <dsp:cNvPr id="0" name=""/>
        <dsp:cNvSpPr/>
      </dsp:nvSpPr>
      <dsp:spPr>
        <a:xfrm>
          <a:off x="6672144" y="0"/>
          <a:ext cx="2159270" cy="4626427"/>
        </a:xfrm>
        <a:prstGeom prst="roundRect">
          <a:avLst>
            <a:gd name="adj" fmla="val 1000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Evidence of uneven system pressure across regions </a:t>
          </a:r>
          <a:endParaRPr lang="en-GB" sz="1800" kern="1200" dirty="0"/>
        </a:p>
      </dsp:txBody>
      <dsp:txXfrm>
        <a:off x="6672144" y="1850571"/>
        <a:ext cx="2159270" cy="1850571"/>
      </dsp:txXfrm>
    </dsp:sp>
    <dsp:sp modelId="{5EC4BBEF-A1BE-4743-867A-2313A2205B79}">
      <dsp:nvSpPr>
        <dsp:cNvPr id="0" name=""/>
        <dsp:cNvSpPr/>
      </dsp:nvSpPr>
      <dsp:spPr>
        <a:xfrm>
          <a:off x="6981479" y="277585"/>
          <a:ext cx="1540600" cy="15406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D034E8-F5A1-4643-83AF-7A3E75083339}">
      <dsp:nvSpPr>
        <dsp:cNvPr id="0" name=""/>
        <dsp:cNvSpPr/>
      </dsp:nvSpPr>
      <dsp:spPr>
        <a:xfrm>
          <a:off x="8896192" y="0"/>
          <a:ext cx="2159270" cy="4626427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Nationally, mom decline, potential annual reduction ~1.6 million (reduction per month-134603</a:t>
          </a:r>
          <a:endParaRPr lang="en-GB" sz="1800" kern="1200" dirty="0"/>
        </a:p>
      </dsp:txBody>
      <dsp:txXfrm>
        <a:off x="8896192" y="1850571"/>
        <a:ext cx="2159270" cy="1850571"/>
      </dsp:txXfrm>
    </dsp:sp>
    <dsp:sp modelId="{A98676BA-47BB-4BEF-A555-86992514008E}">
      <dsp:nvSpPr>
        <dsp:cNvPr id="0" name=""/>
        <dsp:cNvSpPr/>
      </dsp:nvSpPr>
      <dsp:spPr>
        <a:xfrm>
          <a:off x="9205527" y="277585"/>
          <a:ext cx="1540600" cy="15406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32C846-E037-4522-A4DF-29C771BEF41B}">
      <dsp:nvSpPr>
        <dsp:cNvPr id="0" name=""/>
        <dsp:cNvSpPr/>
      </dsp:nvSpPr>
      <dsp:spPr>
        <a:xfrm>
          <a:off x="442218" y="3701142"/>
          <a:ext cx="10171025" cy="693964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4324B-D72F-4912-9BED-723F0073BEDC}">
      <dsp:nvSpPr>
        <dsp:cNvPr id="0" name=""/>
        <dsp:cNvSpPr/>
      </dsp:nvSpPr>
      <dsp:spPr>
        <a:xfrm>
          <a:off x="0" y="-1629"/>
          <a:ext cx="11353800" cy="258316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39751-3E0F-48B8-A036-7521CD411A9B}">
      <dsp:nvSpPr>
        <dsp:cNvPr id="0" name=""/>
        <dsp:cNvSpPr/>
      </dsp:nvSpPr>
      <dsp:spPr>
        <a:xfrm>
          <a:off x="340614" y="345182"/>
          <a:ext cx="3335178" cy="188954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7CAC6-1142-4C03-A34F-08B65855BFBC}">
      <dsp:nvSpPr>
        <dsp:cNvPr id="0" name=""/>
        <dsp:cNvSpPr/>
      </dsp:nvSpPr>
      <dsp:spPr>
        <a:xfrm rot="10800000">
          <a:off x="340614" y="2578277"/>
          <a:ext cx="3335178" cy="3149236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Tweets are mainly focused on </a:t>
          </a:r>
          <a:r>
            <a:rPr lang="en-GB" sz="2700" b="1" kern="1200" dirty="0"/>
            <a:t>healthcare topics</a:t>
          </a:r>
          <a:r>
            <a:rPr lang="en-GB" sz="2700" kern="1200" dirty="0"/>
            <a:t>, </a:t>
          </a:r>
          <a:r>
            <a:rPr lang="en-GB" sz="2700" b="1" kern="1200" dirty="0"/>
            <a:t>jobs, AI and medical related</a:t>
          </a:r>
          <a:r>
            <a:rPr lang="en-GB" sz="2700" kern="1200" dirty="0"/>
            <a:t>.</a:t>
          </a:r>
        </a:p>
      </dsp:txBody>
      <dsp:txXfrm rot="10800000">
        <a:off x="437464" y="2578277"/>
        <a:ext cx="3141478" cy="3052386"/>
      </dsp:txXfrm>
    </dsp:sp>
    <dsp:sp modelId="{7B57B7EA-2271-4B32-B94C-3D8181D059D7}">
      <dsp:nvSpPr>
        <dsp:cNvPr id="0" name=""/>
        <dsp:cNvSpPr/>
      </dsp:nvSpPr>
      <dsp:spPr>
        <a:xfrm>
          <a:off x="4009310" y="345182"/>
          <a:ext cx="3335178" cy="188954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91E561-D1A9-4D99-BAE9-D0A19C7E5A44}">
      <dsp:nvSpPr>
        <dsp:cNvPr id="0" name=""/>
        <dsp:cNvSpPr/>
      </dsp:nvSpPr>
      <dsp:spPr>
        <a:xfrm rot="10800000">
          <a:off x="4009310" y="2578277"/>
          <a:ext cx="3335178" cy="3149236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Engagement is </a:t>
          </a:r>
          <a:r>
            <a:rPr lang="en-GB" sz="2700" b="1" kern="1200" dirty="0"/>
            <a:t>highly uneven, </a:t>
          </a:r>
          <a:r>
            <a:rPr lang="en-GB" sz="2700" kern="1200" dirty="0"/>
            <a:t>most tweets receive low interaction, while a few gain very high visibility.</a:t>
          </a:r>
        </a:p>
      </dsp:txBody>
      <dsp:txXfrm rot="10800000">
        <a:off x="4106160" y="2578277"/>
        <a:ext cx="3141478" cy="3052386"/>
      </dsp:txXfrm>
    </dsp:sp>
    <dsp:sp modelId="{42783B6E-317C-4CCB-96F7-BD3F6A122303}">
      <dsp:nvSpPr>
        <dsp:cNvPr id="0" name=""/>
        <dsp:cNvSpPr/>
      </dsp:nvSpPr>
      <dsp:spPr>
        <a:xfrm>
          <a:off x="7721564" y="363794"/>
          <a:ext cx="3335178" cy="188954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t="-17000" b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54015-E7DB-4C20-94EC-B3AE8583DA7C}">
      <dsp:nvSpPr>
        <dsp:cNvPr id="0" name=""/>
        <dsp:cNvSpPr/>
      </dsp:nvSpPr>
      <dsp:spPr>
        <a:xfrm rot="10800000">
          <a:off x="7678007" y="2578277"/>
          <a:ext cx="3335178" cy="3149236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Sentiment is mostly </a:t>
          </a:r>
          <a:r>
            <a:rPr lang="en-GB" sz="2700" b="1" kern="1200" dirty="0"/>
            <a:t>positive or neutral.</a:t>
          </a:r>
          <a:endParaRPr lang="en-GB" sz="2700" kern="1200" dirty="0"/>
        </a:p>
      </dsp:txBody>
      <dsp:txXfrm rot="10800000">
        <a:off x="7774857" y="2578277"/>
        <a:ext cx="3141478" cy="30523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92980-2B03-45BF-A976-44F447064D64}">
      <dsp:nvSpPr>
        <dsp:cNvPr id="0" name=""/>
        <dsp:cNvSpPr/>
      </dsp:nvSpPr>
      <dsp:spPr>
        <a:xfrm>
          <a:off x="898887" y="0"/>
          <a:ext cx="10187394" cy="5453743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D0AE9B-A466-4AE0-92A0-84644173D6CC}">
      <dsp:nvSpPr>
        <dsp:cNvPr id="0" name=""/>
        <dsp:cNvSpPr/>
      </dsp:nvSpPr>
      <dsp:spPr>
        <a:xfrm>
          <a:off x="0" y="1657894"/>
          <a:ext cx="1274302" cy="21814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Improve workforce planning across regions</a:t>
          </a:r>
          <a:endParaRPr lang="en-GB" sz="1200" kern="1200" dirty="0"/>
        </a:p>
      </dsp:txBody>
      <dsp:txXfrm>
        <a:off x="62206" y="1720100"/>
        <a:ext cx="1149890" cy="2057085"/>
      </dsp:txXfrm>
    </dsp:sp>
    <dsp:sp modelId="{A5ABB21B-F0EE-4623-BBAF-D68F8A901351}">
      <dsp:nvSpPr>
        <dsp:cNvPr id="0" name=""/>
        <dsp:cNvSpPr/>
      </dsp:nvSpPr>
      <dsp:spPr>
        <a:xfrm>
          <a:off x="1341382" y="1636122"/>
          <a:ext cx="1274302" cy="2181497"/>
        </a:xfrm>
        <a:prstGeom prst="roundRect">
          <a:avLst/>
        </a:prstGeom>
        <a:solidFill>
          <a:schemeClr val="accent5">
            <a:hueOff val="-844818"/>
            <a:satOff val="-2177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Strengthen data quality and standardisation</a:t>
          </a:r>
          <a:endParaRPr lang="en-GB" sz="1200" kern="1200" dirty="0"/>
        </a:p>
      </dsp:txBody>
      <dsp:txXfrm>
        <a:off x="1403588" y="1698328"/>
        <a:ext cx="1149890" cy="2057085"/>
      </dsp:txXfrm>
    </dsp:sp>
    <dsp:sp modelId="{9D2CD0A5-DBDB-49E7-865B-C15CC68958BF}">
      <dsp:nvSpPr>
        <dsp:cNvPr id="0" name=""/>
        <dsp:cNvSpPr/>
      </dsp:nvSpPr>
      <dsp:spPr>
        <a:xfrm>
          <a:off x="2679399" y="1636122"/>
          <a:ext cx="1274302" cy="2181497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Support demand management strategies</a:t>
          </a:r>
          <a:endParaRPr lang="en-GB" sz="1200" kern="1200" dirty="0"/>
        </a:p>
      </dsp:txBody>
      <dsp:txXfrm>
        <a:off x="2741605" y="1698328"/>
        <a:ext cx="1149890" cy="2057085"/>
      </dsp:txXfrm>
    </dsp:sp>
    <dsp:sp modelId="{D867059C-E19B-4186-ACCD-85A651D69CC5}">
      <dsp:nvSpPr>
        <dsp:cNvPr id="0" name=""/>
        <dsp:cNvSpPr/>
      </dsp:nvSpPr>
      <dsp:spPr>
        <a:xfrm>
          <a:off x="4017416" y="1636122"/>
          <a:ext cx="1274302" cy="2181497"/>
        </a:xfrm>
        <a:prstGeom prst="roundRect">
          <a:avLst/>
        </a:prstGeom>
        <a:solidFill>
          <a:schemeClr val="accent5">
            <a:hueOff val="-2534453"/>
            <a:satOff val="-6532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Address financial inefficiency linked to missed appointments </a:t>
          </a:r>
        </a:p>
      </dsp:txBody>
      <dsp:txXfrm>
        <a:off x="4079622" y="1698328"/>
        <a:ext cx="1149890" cy="2057085"/>
      </dsp:txXfrm>
    </dsp:sp>
    <dsp:sp modelId="{80C477C5-543D-443B-B614-388D3DF812E2}">
      <dsp:nvSpPr>
        <dsp:cNvPr id="0" name=""/>
        <dsp:cNvSpPr/>
      </dsp:nvSpPr>
      <dsp:spPr>
        <a:xfrm>
          <a:off x="5355433" y="1636122"/>
          <a:ext cx="1274302" cy="2181497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Increase use of non-GP workforce</a:t>
          </a:r>
          <a:endParaRPr lang="en-GB" sz="1200" kern="1200" dirty="0"/>
        </a:p>
      </dsp:txBody>
      <dsp:txXfrm>
        <a:off x="5417639" y="1698328"/>
        <a:ext cx="1149890" cy="2057085"/>
      </dsp:txXfrm>
    </dsp:sp>
    <dsp:sp modelId="{F412EA59-AF66-4027-B855-01F1F528DC5B}">
      <dsp:nvSpPr>
        <dsp:cNvPr id="0" name=""/>
        <dsp:cNvSpPr/>
      </dsp:nvSpPr>
      <dsp:spPr>
        <a:xfrm>
          <a:off x="6693451" y="1636122"/>
          <a:ext cx="1274302" cy="2181497"/>
        </a:xfrm>
        <a:prstGeom prst="roundRect">
          <a:avLst/>
        </a:prstGeom>
        <a:solidFill>
          <a:schemeClr val="accent5">
            <a:hueOff val="-4224089"/>
            <a:satOff val="-10887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Expand digital consultation adoption</a:t>
          </a:r>
          <a:endParaRPr lang="en-GB" sz="1200" kern="1200" dirty="0"/>
        </a:p>
      </dsp:txBody>
      <dsp:txXfrm>
        <a:off x="6755657" y="1698328"/>
        <a:ext cx="1149890" cy="2057085"/>
      </dsp:txXfrm>
    </dsp:sp>
    <dsp:sp modelId="{814C8976-9109-42FD-81C5-99167B34DE33}">
      <dsp:nvSpPr>
        <dsp:cNvPr id="0" name=""/>
        <dsp:cNvSpPr/>
      </dsp:nvSpPr>
      <dsp:spPr>
        <a:xfrm>
          <a:off x="7989215" y="1636122"/>
          <a:ext cx="1274302" cy="2181497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Improve capacity management in high-demand regions</a:t>
          </a:r>
          <a:endParaRPr lang="en-GB" sz="1200" kern="1200" dirty="0"/>
        </a:p>
      </dsp:txBody>
      <dsp:txXfrm>
        <a:off x="8051421" y="1698328"/>
        <a:ext cx="1149890" cy="2057085"/>
      </dsp:txXfrm>
    </dsp:sp>
    <dsp:sp modelId="{E9C72B0D-16D0-49F5-9D93-2AF3E78978A4}">
      <dsp:nvSpPr>
        <dsp:cNvPr id="0" name=""/>
        <dsp:cNvSpPr/>
      </dsp:nvSpPr>
      <dsp:spPr>
        <a:xfrm>
          <a:off x="9369485" y="1636122"/>
          <a:ext cx="1274302" cy="2181497"/>
        </a:xfrm>
        <a:prstGeom prst="roundRect">
          <a:avLst/>
        </a:prstGeom>
        <a:solidFill>
          <a:schemeClr val="accent5">
            <a:hueOff val="-5913725"/>
            <a:satOff val="-15242"/>
            <a:lumOff val="-10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Enhance service accessibility and appointment flow</a:t>
          </a:r>
          <a:endParaRPr lang="en-GB" sz="1200" kern="1200" dirty="0"/>
        </a:p>
      </dsp:txBody>
      <dsp:txXfrm>
        <a:off x="9431691" y="1698328"/>
        <a:ext cx="1149890" cy="2057085"/>
      </dsp:txXfrm>
    </dsp:sp>
    <dsp:sp modelId="{68CC73A5-0C91-4DC0-A160-21F107D72AF5}">
      <dsp:nvSpPr>
        <dsp:cNvPr id="0" name=""/>
        <dsp:cNvSpPr/>
      </dsp:nvSpPr>
      <dsp:spPr>
        <a:xfrm>
          <a:off x="10707502" y="1636122"/>
          <a:ext cx="1274302" cy="2181497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Improve engagement by using more </a:t>
          </a:r>
          <a:r>
            <a:rPr lang="en-GB" sz="1200" b="1" kern="1200" dirty="0"/>
            <a:t>visual content, clear messaging and real stories</a:t>
          </a:r>
          <a:endParaRPr lang="en-GB" sz="1200" kern="1200" dirty="0"/>
        </a:p>
      </dsp:txBody>
      <dsp:txXfrm>
        <a:off x="10769708" y="1698328"/>
        <a:ext cx="1149890" cy="2057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806C-03DE-0BBF-3D4F-25C40FAB3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82DF4-6511-F4B3-B39F-0A7B5E1A3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27545-0516-E96C-B6DF-0B06C4F6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965AF-B127-36C1-7A6E-80F3AEC6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2AA1D-4EC9-D804-E863-C6C0B59F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477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4E2C-914F-A600-AE88-27E874ED6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E9B97-BA56-B4F6-0D64-959AE0EE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26314-3666-61BE-6B7C-0CAA4873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95AB0-72FB-39C9-4C0D-9B4CA973C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5BBAB-2345-B4C3-8714-BA0C5EA4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53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0F3E-C955-A20D-41ED-56EA447D2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40C88-37CB-30EA-7596-4571F8B5E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2C0F4-4A52-D9F4-7130-DC89C44D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6D136-FFA8-6BF2-9F83-48D485B3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CF6F2-4FB7-83DE-F572-5AF969CD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245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D8D8-75C0-0115-34F0-03CC310A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B35F-7F09-66B9-36D6-310E07697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99D1A-040C-1337-7D31-A6CFD2A20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3C0D8-C263-F800-8B64-169CBF9D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EFE3F-00DD-77DF-9E2F-C6630888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7A3E5-E110-47AD-FA17-0F37CC4E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41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F38C-2223-19D2-7B14-ED6E1495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E42DA-7CD8-148F-44D3-98208F11F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F7B5D-AB21-6BDC-B5E0-E278E6152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E6806-3B0F-5DF9-66A5-D67DA5130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6C25C-5154-0FF0-5970-55870CF9F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A389BF-D62A-6CAD-4894-4B55E25F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DDE0C-D9A5-B6DB-800D-A98A4B52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A20C5-C24C-02AE-AE35-0CF2C4A4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3436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48BD-4161-794F-39F4-C4EF6FE3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CB4AE-723C-E7FF-26AE-DC7FB350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9D46B-E265-6F88-5819-E3B8925B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DBECB-09E5-1FBA-E48D-897536AC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37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A368A-5E18-3E90-CE40-93A55E4C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919606-F143-D8F0-94BF-139E457A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FCA9C-23BF-6CB4-42E7-13177E93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915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3862-AF7D-8779-CBBA-EFD07373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DDD65-0901-6270-05C6-B63800AF0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8DCE5-D558-01F4-19E4-993DDD24E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2D0B4-36B2-B35A-0D0D-59B5283F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7E725-D11C-8BF1-AF05-DE613D44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93E8E-8D98-EECC-86FA-82139AE8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29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6420-4157-3DB8-291A-B05BA477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79062-82B0-5308-E947-8959C17E2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23F5A-135F-B064-2180-A2D6E6C9A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4E7D9-BE37-7957-4AD0-E71D16D9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2CE4D-1BA9-CF99-07D7-AD8BA873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57550-55AC-DB30-09D0-C8516732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85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3DDB-094F-2ED4-C7F8-57ADD9D4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4EA04-4FE2-6489-1693-D2C970145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959D2-19FF-D5F0-C0C1-87C018E3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E6CE2-2698-6F70-D509-3FA3FA27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6673-7EDA-26DD-0CC1-68A3018D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901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120ECA-7F68-6AA5-B0C4-75EA52074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F3E30-2E1E-5E62-10B6-11C9F84C8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D5C1B-5CCD-A2F4-5B62-17B112FF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E0426-EE0F-616E-6994-8E8AC955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2CC8F-0A93-D934-CAE5-13E3F0E6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2807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658ED2-477A-A8C0-00E1-7DEF8F0E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4D954-BCF8-26BE-8034-3E690155F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52E09-6916-547B-D2E8-597F2FC4B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65B75-A453-4F93-A0C2-6FC23338497B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93A4D-4BA2-0B2B-3756-73E61DB74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CA324-4109-9B37-FF10-8AAFAA7C2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670FB-2243-4BE2-A753-1F8D5B3B58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72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ubjectguides.york.ac.uk/health-sciences/resource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2952997D-E6CB-6CC5-AFD0-D0848A78018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007" r="12007"/>
          <a:stretch>
            <a:fillRect/>
          </a:stretch>
        </p:blipFill>
        <p:spPr>
          <a:xfrm>
            <a:off x="6115278" y="866455"/>
            <a:ext cx="5149850" cy="415027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426CA-6CFB-807A-6757-300B3FC5A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5206319"/>
            <a:ext cx="3797526" cy="654731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4">
                    <a:lumMod val="75000"/>
                  </a:schemeClr>
                </a:solidFill>
              </a:rPr>
              <a:t>Lakmali Amarawardana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A1623E-145A-9A73-02A9-7A3CC387B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6872" y="1246031"/>
            <a:ext cx="394992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b="1" i="1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Investigating Appointment Trends, Regional Variation, and Service Efficiency in NHS Healthcare Delivery</a:t>
            </a:r>
            <a:endParaRPr kumimoji="0" lang="en-GB" altLang="en-US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462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8D9F-2A0E-72F2-656B-5F97EB3E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F0"/>
                </a:solidFill>
              </a:rPr>
              <a:t>Background and context of the business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50B7E5-3FBE-8B04-6581-8E42954B4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0588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014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4962-5E2A-E2B4-5AB3-4B93DAF5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F0"/>
                </a:solidFill>
              </a:rPr>
              <a:t>Objectives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F9E4697-9BA4-C4A0-3947-19AF1B5F7A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4584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840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54DC-4192-1F1D-8A03-D6E6D53E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26571"/>
            <a:ext cx="3844245" cy="1023257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br>
              <a:rPr lang="en-GB" b="1" dirty="0">
                <a:solidFill>
                  <a:srgbClr val="00B0F0"/>
                </a:solidFill>
              </a:rPr>
            </a:br>
            <a:r>
              <a:rPr lang="en-GB" sz="4000" b="1" dirty="0">
                <a:solidFill>
                  <a:srgbClr val="00B0F0"/>
                </a:solidFill>
              </a:rPr>
              <a:t>Workforce Structure</a:t>
            </a:r>
            <a:br>
              <a:rPr lang="en-GB" dirty="0"/>
            </a:br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4F15736-F81F-5805-15A2-F05F68EAD26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933" r="3933"/>
          <a:stretch/>
        </p:blipFill>
        <p:spPr>
          <a:xfrm>
            <a:off x="5313817" y="1665514"/>
            <a:ext cx="6172200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C9981-032B-AEEA-C0A8-60503A63C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65514"/>
            <a:ext cx="3932237" cy="4203474"/>
          </a:xfrm>
        </p:spPr>
        <p:txBody>
          <a:bodyPr>
            <a:normAutofit/>
          </a:bodyPr>
          <a:lstStyle/>
          <a:p>
            <a:pPr lvl="0"/>
            <a:r>
              <a:rPr lang="en-GB" sz="2800" dirty="0"/>
              <a:t>GP and Other Practice Staff deliver </a:t>
            </a:r>
            <a:r>
              <a:rPr lang="en-GB" sz="2800" b="1" dirty="0"/>
              <a:t>~97% of all appointments</a:t>
            </a:r>
            <a:r>
              <a:rPr lang="en-GB" sz="2800" dirty="0"/>
              <a:t> </a:t>
            </a:r>
          </a:p>
          <a:p>
            <a:pPr lvl="0"/>
            <a:r>
              <a:rPr lang="en-GB" sz="2800" dirty="0"/>
              <a:t>GP-led system with </a:t>
            </a:r>
            <a:r>
              <a:rPr lang="en-GB" sz="2800" b="1" dirty="0"/>
              <a:t>growing support from wider clinical staff</a:t>
            </a:r>
            <a:r>
              <a:rPr lang="en-GB" sz="2800" dirty="0"/>
              <a:t> </a:t>
            </a:r>
          </a:p>
          <a:p>
            <a:pPr lvl="0"/>
            <a:r>
              <a:rPr lang="en-GB" sz="2800" dirty="0"/>
              <a:t>Minimal “Unknown” category (~3%): </a:t>
            </a:r>
            <a:r>
              <a:rPr lang="en-GB" sz="2800" b="1" dirty="0"/>
              <a:t>minor data gaps</a:t>
            </a:r>
            <a:r>
              <a:rPr lang="en-GB" sz="2800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856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61B9-0F3E-C802-D3F5-6D654A5A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339" y="122011"/>
            <a:ext cx="8671490" cy="1369332"/>
          </a:xfrm>
        </p:spPr>
        <p:txBody>
          <a:bodyPr>
            <a:noAutofit/>
          </a:bodyPr>
          <a:lstStyle/>
          <a:p>
            <a:br>
              <a:rPr lang="en-GB" sz="3600" b="1" dirty="0"/>
            </a:br>
            <a:br>
              <a:rPr lang="en-GB" sz="3600" b="1" dirty="0"/>
            </a:br>
            <a:r>
              <a:rPr lang="en-GB" sz="3600" b="1" dirty="0">
                <a:solidFill>
                  <a:srgbClr val="00B0F0"/>
                </a:solidFill>
              </a:rPr>
              <a:t>Growth Demand &amp; Pressure</a:t>
            </a:r>
            <a:br>
              <a:rPr lang="en-GB" sz="3600" dirty="0"/>
            </a:br>
            <a:endParaRPr lang="en-GB" sz="36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06046BF-6FE1-079B-94BC-8F0CC95E5D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916195"/>
              </p:ext>
            </p:extLst>
          </p:nvPr>
        </p:nvGraphicFramePr>
        <p:xfrm>
          <a:off x="679339" y="1719943"/>
          <a:ext cx="11055463" cy="4626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594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8AD34-C01C-741E-9E86-99DC9097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5613"/>
            <a:ext cx="4951413" cy="1235075"/>
          </a:xfrm>
        </p:spPr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</a:rPr>
              <a:t>Service Delivery Patterns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E382A-B015-CBD8-B6C9-A1C09AA27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3" y="1237343"/>
            <a:ext cx="4954588" cy="1325563"/>
          </a:xfrm>
        </p:spPr>
        <p:txBody>
          <a:bodyPr>
            <a:normAutofit/>
          </a:bodyPr>
          <a:lstStyle/>
          <a:p>
            <a:r>
              <a:rPr lang="en-GB" dirty="0"/>
              <a:t>Majority of appointments are short &lt;15 minutes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4CA512-D295-D13A-6494-4928A1AF7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95898" y="1073150"/>
            <a:ext cx="4951413" cy="1873380"/>
          </a:xfrm>
        </p:spPr>
        <p:txBody>
          <a:bodyPr>
            <a:normAutofit/>
          </a:bodyPr>
          <a:lstStyle/>
          <a:p>
            <a:r>
              <a:rPr lang="en-GB" dirty="0"/>
              <a:t>Face-to-face 59% and telephone 36%</a:t>
            </a:r>
          </a:p>
          <a:p>
            <a:r>
              <a:rPr lang="en-GB" dirty="0"/>
              <a:t>Very low use of video/online  &lt; 1%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9D9C12-579F-CA57-BA22-B10551DBEC9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595898" y="2816320"/>
            <a:ext cx="4530891" cy="348754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74CFBCC-654A-AF4B-1A60-81C5F57A57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546777"/>
            <a:ext cx="5157787" cy="360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34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78BB4-9398-C0B3-D8A4-B8BDB3EB4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372" y="1030968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General Practice &amp; routine consultations are the main service type </a:t>
            </a:r>
            <a:endParaRPr lang="en-GB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451B1-DDF5-90C5-A620-09CFDE034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0968"/>
            <a:ext cx="5388428" cy="4607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System focused on high-volume, routine care delivery </a:t>
            </a: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C598A-8C14-50ED-33C9-BFBC9BCF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04" y="2327157"/>
            <a:ext cx="5388041" cy="3844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90BCDC-3106-BC8F-33CB-019472588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58" y="2583651"/>
            <a:ext cx="6195025" cy="305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167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08CE-53FA-49F4-2D76-0B5AE71C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99457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System Performance</a:t>
            </a:r>
            <a:endParaRPr lang="en-GB" sz="3600" dirty="0">
              <a:solidFill>
                <a:srgbClr val="00B0F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659F-0F83-311E-848E-6C3267380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915886"/>
            <a:ext cx="3932237" cy="3811588"/>
          </a:xfrm>
        </p:spPr>
        <p:txBody>
          <a:bodyPr>
            <a:normAutofit/>
          </a:bodyPr>
          <a:lstStyle/>
          <a:p>
            <a:pPr lvl="0"/>
            <a:r>
              <a:rPr lang="en-GB" sz="2800" dirty="0"/>
              <a:t>Most appointments occur </a:t>
            </a:r>
            <a:r>
              <a:rPr lang="en-GB" sz="2800" b="1" dirty="0"/>
              <a:t>same day or within 7 days</a:t>
            </a:r>
            <a:r>
              <a:rPr lang="en-GB" sz="2800" dirty="0"/>
              <a:t> </a:t>
            </a:r>
          </a:p>
          <a:p>
            <a:pPr lvl="0"/>
            <a:r>
              <a:rPr lang="en-GB" sz="2800" b="1" dirty="0"/>
              <a:t>High attendance rates</a:t>
            </a:r>
            <a:r>
              <a:rPr lang="en-GB" sz="2800" dirty="0"/>
              <a:t>, very low DNA</a:t>
            </a:r>
          </a:p>
          <a:p>
            <a:r>
              <a:rPr lang="en-GB" sz="2800" dirty="0"/>
              <a:t>🔥</a:t>
            </a:r>
            <a:r>
              <a:rPr lang="en-GB" sz="2800" b="1" dirty="0">
                <a:solidFill>
                  <a:schemeClr val="accent2">
                    <a:lumMod val="75000"/>
                  </a:schemeClr>
                </a:solidFill>
              </a:rPr>
              <a:t>Financial impact: ~£50.4 million lost due to missed appointments</a:t>
            </a:r>
          </a:p>
          <a:p>
            <a:pPr lvl="0"/>
            <a:endParaRPr lang="en-GB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B48287-FCCE-A42C-6272-88B8320D2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7283" y="1556657"/>
            <a:ext cx="7024717" cy="487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6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B10A-45BF-5346-7FE0-2546239F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b="1" dirty="0"/>
              <a:t>Capacity utilisation ~91%</a:t>
            </a:r>
            <a:br>
              <a:rPr lang="en-GB" sz="3200" b="1" dirty="0"/>
            </a:br>
            <a:r>
              <a:rPr lang="en-GB" sz="3200" b="1" dirty="0"/>
              <a:t>Indicate that system near full capacity </a:t>
            </a:r>
            <a:br>
              <a:rPr lang="en-GB" sz="3200" b="1" dirty="0"/>
            </a:br>
            <a:endParaRPr lang="en-GB" sz="32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7F486B-1677-1B05-388C-0A1C1EAE2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1085" y="1806699"/>
            <a:ext cx="9372601" cy="40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83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3B861-C86A-C2BE-ED29-FFD2829D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2097"/>
            <a:ext cx="10515600" cy="886732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B0F0"/>
                </a:solidFill>
              </a:rPr>
              <a:t>Tweet Analysis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C14868-80B6-E254-5088-6BC928EE7F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801116"/>
              </p:ext>
            </p:extLst>
          </p:nvPr>
        </p:nvGraphicFramePr>
        <p:xfrm>
          <a:off x="696686" y="968829"/>
          <a:ext cx="11353800" cy="5725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078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5B3D-B01E-8156-A360-625560F7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B0F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F4592-A20C-FB82-5A96-48A7C5BC7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5" y="1690687"/>
            <a:ext cx="10798628" cy="3817483"/>
          </a:xfrm>
        </p:spPr>
        <p:txBody>
          <a:bodyPr/>
          <a:lstStyle/>
          <a:p>
            <a:pPr lvl="0"/>
            <a:r>
              <a:rPr lang="en-GB" dirty="0"/>
              <a:t>NHS system is: </a:t>
            </a:r>
          </a:p>
          <a:p>
            <a:pPr lvl="1"/>
            <a:r>
              <a:rPr lang="en-GB" b="1" dirty="0"/>
              <a:t>High demand &amp; high utilisation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Growing pressure over time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Supported by a shared workforce model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Reliant on traditional (face-to-face) delivery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Tweets are informative but not consistently engaging or widely shared</a:t>
            </a:r>
          </a:p>
          <a:p>
            <a:pPr marL="457200" lvl="1" indent="0">
              <a:buNone/>
            </a:pPr>
            <a:endParaRPr lang="en-GB" dirty="0"/>
          </a:p>
          <a:p>
            <a:pPr lvl="0"/>
            <a:r>
              <a:rPr lang="en-GB" dirty="0"/>
              <a:t>⚠️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Data quality improvements needed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for better planning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801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F17E-67B7-6A97-85E1-44FCF550C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F0"/>
                </a:solidFill>
              </a:rPr>
              <a:t>Recommendations</a:t>
            </a:r>
            <a:endParaRPr lang="en-GB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0F0EAF-0208-5436-3CC4-6CA6F5E04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11424"/>
              </p:ext>
            </p:extLst>
          </p:nvPr>
        </p:nvGraphicFramePr>
        <p:xfrm>
          <a:off x="103415" y="1295399"/>
          <a:ext cx="11985170" cy="5453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280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443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Investigating Appointment Trends, Regional Variation, and Service Efficiency in NHS Healthcare Delivery</vt:lpstr>
      <vt:lpstr>Background and context of the business</vt:lpstr>
      <vt:lpstr>Objectives</vt:lpstr>
      <vt:lpstr>         Workforce Structure </vt:lpstr>
      <vt:lpstr>  Growth Demand &amp; Pressure </vt:lpstr>
      <vt:lpstr>Service Delivery Patterns </vt:lpstr>
      <vt:lpstr>PowerPoint Presentation</vt:lpstr>
      <vt:lpstr>System Performance</vt:lpstr>
      <vt:lpstr>Capacity utilisation ~91% Indicate that system near full capacity  </vt:lpstr>
      <vt:lpstr>Tweet Analysis Overview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Lakmali Amarawardana</dc:creator>
  <cp:lastModifiedBy>Lakmali Amarawardana</cp:lastModifiedBy>
  <cp:revision>11</cp:revision>
  <dcterms:created xsi:type="dcterms:W3CDTF">2026-04-16T21:28:55Z</dcterms:created>
  <dcterms:modified xsi:type="dcterms:W3CDTF">2026-04-20T11:27:45Z</dcterms:modified>
</cp:coreProperties>
</file>